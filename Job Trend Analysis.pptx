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tags/tag3.xml" ContentType="application/vnd.openxmlformats-officedocument.presentationml.tags+xml"/>
  <Override PartName="/ppt/slideLayouts/slideLayout6.xml" ContentType="application/vnd.openxmlformats-officedocument.presentationml.slideLayout+xml"/>
  <Override PartName="/ppt/theme/theme6.xml" ContentType="application/vnd.openxmlformats-officedocument.theme+xml"/>
  <Override PartName="/ppt/tags/tag4.xml" ContentType="application/vnd.openxmlformats-officedocument.presentationml.tags+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tags/tag5.xml" ContentType="application/vnd.openxmlformats-officedocument.presentationml.tags+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theme/theme20.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notesSlides/notesSlide1.xml" ContentType="application/vnd.openxmlformats-officedocument.presentationml.notesSlide+xml"/>
  <Override PartName="/ppt/charts/chart1.xml" ContentType="application/vnd.openxmlformats-officedocument.drawingml.chart+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notesSlides/notesSlide2.xml" ContentType="application/vnd.openxmlformats-officedocument.presentationml.notesSlide+xml"/>
  <Override PartName="/ppt/charts/chart2.xml" ContentType="application/vnd.openxmlformats-officedocument.drawingml.chart+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3.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notesSlides/notesSlide4.xml" ContentType="application/vnd.openxmlformats-officedocument.presentationml.notesSlide+xml"/>
  <Override PartName="/ppt/charts/chart3.xml" ContentType="application/vnd.openxmlformats-officedocument.drawingml.chart+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0" r:id="rId2"/>
    <p:sldMasterId id="2147483651" r:id="rId3"/>
    <p:sldMasterId id="2147483652" r:id="rId4"/>
    <p:sldMasterId id="2147483653" r:id="rId5"/>
    <p:sldMasterId id="2147483654" r:id="rId6"/>
    <p:sldMasterId id="2147483655" r:id="rId7"/>
    <p:sldMasterId id="2147483656" r:id="rId8"/>
    <p:sldMasterId id="2147483657" r:id="rId9"/>
    <p:sldMasterId id="2147483658" r:id="rId10"/>
    <p:sldMasterId id="2147483659" r:id="rId11"/>
    <p:sldMasterId id="2147483660" r:id="rId12"/>
    <p:sldMasterId id="2147483661" r:id="rId13"/>
    <p:sldMasterId id="2147483662" r:id="rId14"/>
    <p:sldMasterId id="2147483663" r:id="rId15"/>
    <p:sldMasterId id="2147483664" r:id="rId16"/>
    <p:sldMasterId id="2147483665" r:id="rId17"/>
    <p:sldMasterId id="2147483666" r:id="rId18"/>
    <p:sldMasterId id="2147483667" r:id="rId19"/>
  </p:sldMasterIdLst>
  <p:notesMasterIdLst>
    <p:notesMasterId r:id="rId39"/>
  </p:notesMasterIdLst>
  <p:sldIdLst>
    <p:sldId id="257" r:id="rId20"/>
    <p:sldId id="258" r:id="rId21"/>
    <p:sldId id="259" r:id="rId22"/>
    <p:sldId id="260" r:id="rId23"/>
    <p:sldId id="261" r:id="rId24"/>
    <p:sldId id="262" r:id="rId25"/>
    <p:sldId id="263" r:id="rId26"/>
    <p:sldId id="264" r:id="rId27"/>
    <p:sldId id="265" r:id="rId28"/>
    <p:sldId id="266" r:id="rId29"/>
    <p:sldId id="267" r:id="rId30"/>
    <p:sldId id="268" r:id="rId31"/>
    <p:sldId id="269" r:id="rId32"/>
    <p:sldId id="270" r:id="rId33"/>
    <p:sldId id="271" r:id="rId34"/>
    <p:sldId id="272" r:id="rId35"/>
    <p:sldId id="273" r:id="rId36"/>
    <p:sldId id="274" r:id="rId37"/>
    <p:sldId id="275" r:id="rId38"/>
  </p:sldIdLst>
  <p:sldSz cx="12192000" cy="6858000"/>
  <p:notesSz cx="6858000" cy="9144000"/>
  <p:custDataLst>
    <p:tags r:id="rId4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0" d="100"/>
          <a:sy n="60" d="100"/>
        </p:scale>
        <p:origin x="28"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7.xml"/><Relationship Id="rId39" Type="http://schemas.openxmlformats.org/officeDocument/2006/relationships/notesMaster" Target="notesMasters/notesMaster1.xml"/><Relationship Id="rId21" Type="http://schemas.openxmlformats.org/officeDocument/2006/relationships/slide" Target="slides/slide2.xml"/><Relationship Id="rId34" Type="http://schemas.openxmlformats.org/officeDocument/2006/relationships/slide" Target="slides/slide15.xml"/><Relationship Id="rId42"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 Target="slides/slide1.xml"/><Relationship Id="rId29" Type="http://schemas.openxmlformats.org/officeDocument/2006/relationships/slide" Target="slides/slide10.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5.xml"/><Relationship Id="rId32" Type="http://schemas.openxmlformats.org/officeDocument/2006/relationships/slide" Target="slides/slide13.xml"/><Relationship Id="rId37" Type="http://schemas.openxmlformats.org/officeDocument/2006/relationships/slide" Target="slides/slide18.xml"/><Relationship Id="rId40" Type="http://schemas.openxmlformats.org/officeDocument/2006/relationships/tags" Target="tags/tag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4.xml"/><Relationship Id="rId28" Type="http://schemas.openxmlformats.org/officeDocument/2006/relationships/slide" Target="slides/slide9.xml"/><Relationship Id="rId36" Type="http://schemas.openxmlformats.org/officeDocument/2006/relationships/slide" Target="slides/slide17.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12.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3.xml"/><Relationship Id="rId27" Type="http://schemas.openxmlformats.org/officeDocument/2006/relationships/slide" Target="slides/slide8.xml"/><Relationship Id="rId30" Type="http://schemas.openxmlformats.org/officeDocument/2006/relationships/slide" Target="slides/slide11.xml"/><Relationship Id="rId35" Type="http://schemas.openxmlformats.org/officeDocument/2006/relationships/slide" Target="slides/slide16.xml"/><Relationship Id="rId43" Type="http://schemas.openxmlformats.org/officeDocument/2006/relationships/theme" Target="theme/theme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6.xml"/><Relationship Id="rId33" Type="http://schemas.openxmlformats.org/officeDocument/2006/relationships/slide" Target="slides/slide14.xml"/><Relationship Id="rId38"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v>Number of Job Postings</c:v>
          </c:tx>
          <c:spPr>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Excel</c:v>
                </c:pt>
                <c:pt idx="1">
                  <c:v>Python</c:v>
                </c:pt>
                <c:pt idx="2">
                  <c:v>R</c:v>
                </c:pt>
                <c:pt idx="3">
                  <c:v>Spark</c:v>
                </c:pt>
                <c:pt idx="4">
                  <c:v>AWS</c:v>
                </c:pt>
              </c:strCache>
            </c:strRef>
          </c:cat>
          <c:val>
            <c:numRef>
              <c:f>Sheet1!$B$2:$B$6</c:f>
              <c:numCache>
                <c:formatCode>General</c:formatCode>
                <c:ptCount val="5"/>
                <c:pt idx="0">
                  <c:v>736</c:v>
                </c:pt>
                <c:pt idx="1">
                  <c:v>447</c:v>
                </c:pt>
                <c:pt idx="2">
                  <c:v>23</c:v>
                </c:pt>
                <c:pt idx="3">
                  <c:v>173</c:v>
                </c:pt>
                <c:pt idx="4">
                  <c:v>152</c:v>
                </c:pt>
              </c:numCache>
            </c:numRef>
          </c:val>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6="http://schemas.microsoft.com/office/drawing/2014/chart" uri="{C3380CC4-5D6E-409C-BE32-E72D297353CC}">
              <c16:uniqueId val="{00000000-6E47-DC49-8924-0264C939B55F}"/>
            </c:ext>
          </c:extLst>
        </c:ser>
        <c:dLbls>
          <c:dLblPos val="ctr"/>
          <c:showLegendKey val="0"/>
          <c:showVal val="1"/>
          <c:showCatName val="0"/>
          <c:showSerName val="0"/>
          <c:showPercent val="0"/>
          <c:showBubbleSize val="0"/>
        </c:dLbls>
        <c:gapWidth val="15"/>
        <c:overlap val="100"/>
        <c:axId val="997681952"/>
        <c:axId val="998023600"/>
      </c:barChart>
      <c:catAx>
        <c:axId val="997681952"/>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998023600"/>
        <c:crosses val="autoZero"/>
        <c:auto val="1"/>
        <c:lblAlgn val="ctr"/>
        <c:lblOffset val="100"/>
        <c:noMultiLvlLbl val="0"/>
      </c:catAx>
      <c:valAx>
        <c:axId val="998023600"/>
        <c:scaling>
          <c:orientation val="minMax"/>
        </c:scaling>
        <c:delete val="0"/>
        <c:axPos val="l"/>
        <c:majorGridlines>
          <c:spPr>
            <a:ln w="9525" cap="flat" cmpd="sng" algn="ctr">
              <a:noFill/>
              <a:round/>
            </a:ln>
            <a:effectLst/>
          </c:spPr>
        </c:majorGridlines>
        <c:numFmt formatCode="General" sourceLinked="1"/>
        <c:majorTickMark val="none"/>
        <c:minorTickMark val="none"/>
        <c:tickLblPos val="none"/>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9976819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latin typeface="+mn-l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v>Frequency</c:v>
          </c:tx>
          <c:spPr>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Excel</c:v>
                </c:pt>
                <c:pt idx="1">
                  <c:v>Python</c:v>
                </c:pt>
                <c:pt idx="2">
                  <c:v>R</c:v>
                </c:pt>
                <c:pt idx="3">
                  <c:v>Spark</c:v>
                </c:pt>
                <c:pt idx="4">
                  <c:v>AWS</c:v>
                </c:pt>
              </c:strCache>
            </c:strRef>
          </c:cat>
          <c:val>
            <c:numRef>
              <c:f>Sheet1!$B$2:$B$6</c:f>
              <c:numCache>
                <c:formatCode>General</c:formatCode>
                <c:ptCount val="5"/>
                <c:pt idx="0">
                  <c:v>736</c:v>
                </c:pt>
                <c:pt idx="1">
                  <c:v>447</c:v>
                </c:pt>
                <c:pt idx="2">
                  <c:v>27</c:v>
                </c:pt>
                <c:pt idx="3">
                  <c:v>150</c:v>
                </c:pt>
                <c:pt idx="4">
                  <c:v>170</c:v>
                </c:pt>
              </c:numCache>
            </c:numRef>
          </c:val>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6="http://schemas.microsoft.com/office/drawing/2014/chart" uri="{C3380CC4-5D6E-409C-BE32-E72D297353CC}">
              <c16:uniqueId val="{00000000-6E47-DC49-8924-0264C939B55F}"/>
            </c:ext>
          </c:extLst>
        </c:ser>
        <c:dLbls>
          <c:dLblPos val="ctr"/>
          <c:showLegendKey val="0"/>
          <c:showVal val="1"/>
          <c:showCatName val="0"/>
          <c:showSerName val="0"/>
          <c:showPercent val="0"/>
          <c:showBubbleSize val="0"/>
        </c:dLbls>
        <c:gapWidth val="15"/>
        <c:overlap val="100"/>
        <c:axId val="997681952"/>
        <c:axId val="998023600"/>
      </c:barChart>
      <c:catAx>
        <c:axId val="997681952"/>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998023600"/>
        <c:crosses val="autoZero"/>
        <c:auto val="1"/>
        <c:lblAlgn val="ctr"/>
        <c:lblOffset val="100"/>
        <c:noMultiLvlLbl val="0"/>
      </c:catAx>
      <c:valAx>
        <c:axId val="998023600"/>
        <c:scaling>
          <c:orientation val="minMax"/>
        </c:scaling>
        <c:delete val="0"/>
        <c:axPos val="l"/>
        <c:majorGridlines>
          <c:spPr>
            <a:ln w="9525" cap="flat" cmpd="sng" algn="ctr">
              <a:noFill/>
              <a:round/>
            </a:ln>
            <a:effectLst/>
          </c:spPr>
        </c:majorGridlines>
        <c:numFmt formatCode="General" sourceLinked="1"/>
        <c:majorTickMark val="none"/>
        <c:minorTickMark val="none"/>
        <c:tickLblPos val="none"/>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9976819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latin typeface="+mn-l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v>Average Salary (USD)</c:v>
          </c:tx>
          <c:spPr>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Data Analyst</c:v>
                </c:pt>
                <c:pt idx="1">
                  <c:v>Data Scientist</c:v>
                </c:pt>
                <c:pt idx="2">
                  <c:v>Data Engineer</c:v>
                </c:pt>
              </c:strCache>
            </c:strRef>
          </c:cat>
          <c:val>
            <c:numRef>
              <c:f>Sheet1!$B$2:$B$4</c:f>
              <c:numCache>
                <c:formatCode>General</c:formatCode>
                <c:ptCount val="3"/>
                <c:pt idx="0">
                  <c:v>119000</c:v>
                </c:pt>
                <c:pt idx="1">
                  <c:v>219000</c:v>
                </c:pt>
                <c:pt idx="2">
                  <c:v>219000</c:v>
                </c:pt>
              </c:numCache>
            </c:numRef>
          </c:val>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6="http://schemas.microsoft.com/office/drawing/2014/chart" uri="{C3380CC4-5D6E-409C-BE32-E72D297353CC}">
              <c16:uniqueId val="{00000000-6E47-DC49-8924-0264C939B55F}"/>
            </c:ext>
          </c:extLst>
        </c:ser>
        <c:dLbls>
          <c:dLblPos val="ctr"/>
          <c:showLegendKey val="0"/>
          <c:showVal val="1"/>
          <c:showCatName val="0"/>
          <c:showSerName val="0"/>
          <c:showPercent val="0"/>
          <c:showBubbleSize val="0"/>
        </c:dLbls>
        <c:gapWidth val="15"/>
        <c:overlap val="100"/>
        <c:axId val="997681952"/>
        <c:axId val="998023600"/>
      </c:barChart>
      <c:catAx>
        <c:axId val="997681952"/>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998023600"/>
        <c:crosses val="autoZero"/>
        <c:auto val="1"/>
        <c:lblAlgn val="ctr"/>
        <c:lblOffset val="100"/>
        <c:noMultiLvlLbl val="0"/>
      </c:catAx>
      <c:valAx>
        <c:axId val="998023600"/>
        <c:scaling>
          <c:orientation val="minMax"/>
        </c:scaling>
        <c:delete val="0"/>
        <c:axPos val="l"/>
        <c:majorGridlines>
          <c:spPr>
            <a:ln w="9525" cap="flat" cmpd="sng" algn="ctr">
              <a:noFill/>
              <a:round/>
            </a:ln>
            <a:effectLst/>
          </c:spPr>
        </c:majorGridlines>
        <c:numFmt formatCode="General" sourceLinked="1"/>
        <c:majorTickMark val="none"/>
        <c:minorTickMark val="none"/>
        <c:tickLblPos val="none"/>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9976819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latin typeface="+mn-l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ACC209-E3CA-4BC2-8FD0-35EA7D963FCD}" type="datetimeFigureOut">
              <a:rPr lang="en-US" smtClean="0"/>
              <a:t>4/25/2025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12902B-78D5-42D9-BC67-C7833D8383BC}" type="slidenum">
              <a:rPr lang="en-US" smtClean="0"/>
              <a:t>‹#›</a:t>
            </a:fld>
            <a:endParaRPr lang="en-US"/>
          </a:p>
        </p:txBody>
      </p:sp>
    </p:spTree>
    <p:extLst>
      <p:ext uri="{BB962C8B-B14F-4D97-AF65-F5344CB8AC3E}">
        <p14:creationId xmlns:p14="http://schemas.microsoft.com/office/powerpoint/2010/main" val="454621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C20235-DE1E-0E43-AF47-418E280831CB}" type="slidenum">
              <a:rPr lang="en-US" smtClean="0"/>
              <a:t>10</a:t>
            </a:fld>
            <a:endParaRPr lang="en-US"/>
          </a:p>
        </p:txBody>
      </p:sp>
    </p:spTree>
    <p:extLst>
      <p:ext uri="{BB962C8B-B14F-4D97-AF65-F5344CB8AC3E}">
        <p14:creationId xmlns:p14="http://schemas.microsoft.com/office/powerpoint/2010/main" val="3652112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85D81-7310-F93C-6E62-1CDEC12A3F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A6917D-AD2F-49E3-8105-A42A8C447E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B80DB7-7AF3-F96F-DA01-67E142D2C6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5BE477-ED0E-5C12-5789-77686C7E6240}"/>
              </a:ext>
            </a:extLst>
          </p:cNvPr>
          <p:cNvSpPr>
            <a:spLocks noGrp="1"/>
          </p:cNvSpPr>
          <p:nvPr>
            <p:ph type="sldNum" sz="quarter" idx="5"/>
          </p:nvPr>
        </p:nvSpPr>
        <p:spPr/>
        <p:txBody>
          <a:bodyPr/>
          <a:lstStyle/>
          <a:p>
            <a:fld id="{BCC20235-DE1E-0E43-AF47-418E280831CB}" type="slidenum">
              <a:rPr lang="en-US" smtClean="0"/>
              <a:t>11</a:t>
            </a:fld>
            <a:endParaRPr lang="en-US"/>
          </a:p>
        </p:txBody>
      </p:sp>
    </p:spTree>
    <p:extLst>
      <p:ext uri="{BB962C8B-B14F-4D97-AF65-F5344CB8AC3E}">
        <p14:creationId xmlns:p14="http://schemas.microsoft.com/office/powerpoint/2010/main" val="2213791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C20235-DE1E-0E43-AF47-418E280831CB}" type="slidenum">
              <a:rPr lang="en-US" smtClean="0"/>
              <a:t>12</a:t>
            </a:fld>
            <a:endParaRPr lang="en-US"/>
          </a:p>
        </p:txBody>
      </p:sp>
    </p:spTree>
    <p:extLst>
      <p:ext uri="{BB962C8B-B14F-4D97-AF65-F5344CB8AC3E}">
        <p14:creationId xmlns:p14="http://schemas.microsoft.com/office/powerpoint/2010/main" val="2234027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DFEBF-0AA3-DB02-0119-29765159A5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23715-9595-4E85-3BF1-E354030E9A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C5E6B7-ED4E-589B-DA96-0F8CFE1EBC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7AA35E-76B2-8251-404C-61A906DF2AF3}"/>
              </a:ext>
            </a:extLst>
          </p:cNvPr>
          <p:cNvSpPr>
            <a:spLocks noGrp="1"/>
          </p:cNvSpPr>
          <p:nvPr>
            <p:ph type="sldNum" sz="quarter" idx="5"/>
          </p:nvPr>
        </p:nvSpPr>
        <p:spPr/>
        <p:txBody>
          <a:bodyPr/>
          <a:lstStyle/>
          <a:p>
            <a:fld id="{BCC20235-DE1E-0E43-AF47-418E280831CB}" type="slidenum">
              <a:rPr lang="en-US" smtClean="0"/>
              <a:t>13</a:t>
            </a:fld>
            <a:endParaRPr lang="en-US"/>
          </a:p>
        </p:txBody>
      </p:sp>
    </p:spTree>
    <p:extLst>
      <p:ext uri="{BB962C8B-B14F-4D97-AF65-F5344CB8AC3E}">
        <p14:creationId xmlns:p14="http://schemas.microsoft.com/office/powerpoint/2010/main" val="3108122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605281"/>
            <a:ext cx="6400800" cy="3190240"/>
          </a:xfrm>
        </p:spPr>
        <p:txBody>
          <a:bodyPr anchor="b"/>
          <a:lstStyle>
            <a:lvl1pPr algn="l">
              <a:defRPr sz="6000"/>
            </a:lvl1pPr>
          </a:lstStyle>
          <a:p>
            <a:r>
              <a:rPr lang="en-US"/>
              <a:t>Click to edit Master title style</a:t>
            </a:r>
          </a:p>
        </p:txBody>
      </p:sp>
      <p:sp>
        <p:nvSpPr>
          <p:cNvPr id="3" name="Subtitle 2"/>
          <p:cNvSpPr>
            <a:spLocks noGrp="1"/>
          </p:cNvSpPr>
          <p:nvPr>
            <p:ph type="subTitle" idx="1"/>
          </p:nvPr>
        </p:nvSpPr>
        <p:spPr>
          <a:xfrm>
            <a:off x="1526540" y="5181601"/>
            <a:ext cx="6400800" cy="695960"/>
          </a:xfrm>
        </p:spPr>
        <p:txBody>
          <a:bodyPr anchor="ctr"/>
          <a:lstStyle>
            <a:lvl1pPr marL="0" indent="0" algn="l">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E405B87-0B1C-464B-928F-AA5E9D282D70}" type="datetimeFigureOut">
              <a:rPr lang="en-US" smtClean="0"/>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
        <p:nvSpPr>
          <p:cNvPr id="8" name="Picture Placeholder 7">
            <a:extLst>
              <a:ext uri="{FF2B5EF4-FFF2-40B4-BE49-F238E27FC236}">
                <a16:creationId xmlns:a16="http://schemas.microsoft.com/office/drawing/2014/main" id="{3CB9B453-B113-191E-39AE-5F46524E587E}"/>
              </a:ext>
            </a:extLst>
          </p:cNvPr>
          <p:cNvSpPr>
            <a:spLocks noGrp="1"/>
          </p:cNvSpPr>
          <p:nvPr>
            <p:ph type="pic" sz="quarter" idx="13" hasCustomPrompt="1"/>
          </p:nvPr>
        </p:nvSpPr>
        <p:spPr>
          <a:xfrm>
            <a:off x="1524000" y="1082043"/>
            <a:ext cx="1391920" cy="467195"/>
          </a:xfrm>
        </p:spPr>
        <p:txBody>
          <a:bodyPr anchor="ctr"/>
          <a:lstStyle>
            <a:lvl1pPr marL="120648" indent="0" algn="ctr">
              <a:buNone/>
              <a:defRPr/>
            </a:lvl1pPr>
          </a:lstStyle>
          <a:p>
            <a:r>
              <a:rPr lang="en-US"/>
              <a:t>Logo</a:t>
            </a:r>
          </a:p>
        </p:txBody>
      </p:sp>
    </p:spTree>
    <p:extLst>
      <p:ext uri="{BB962C8B-B14F-4D97-AF65-F5344CB8AC3E}">
        <p14:creationId xmlns:p14="http://schemas.microsoft.com/office/powerpoint/2010/main" val="2131998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689944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57200"/>
            <a:ext cx="10972800" cy="792480"/>
          </a:xfrm>
        </p:spPr>
        <p:txBody>
          <a:bodyPr/>
          <a:lstStyle/>
          <a:p>
            <a:r>
              <a:rPr lang="en-US"/>
              <a:t>Slide title</a:t>
            </a:r>
          </a:p>
        </p:txBody>
      </p:sp>
      <p:sp>
        <p:nvSpPr>
          <p:cNvPr id="3" name="Text Placeholder 2"/>
          <p:cNvSpPr>
            <a:spLocks noGrp="1"/>
          </p:cNvSpPr>
          <p:nvPr>
            <p:ph type="body" idx="1" hasCustomPrompt="1"/>
          </p:nvPr>
        </p:nvSpPr>
        <p:spPr>
          <a:xfrm>
            <a:off x="609600"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4" name="Content Placeholder 3"/>
          <p:cNvSpPr>
            <a:spLocks noGrp="1"/>
          </p:cNvSpPr>
          <p:nvPr>
            <p:ph sz="half" idx="2"/>
          </p:nvPr>
        </p:nvSpPr>
        <p:spPr>
          <a:xfrm>
            <a:off x="6096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1"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6" name="Content Placeholder 5"/>
          <p:cNvSpPr>
            <a:spLocks noGrp="1"/>
          </p:cNvSpPr>
          <p:nvPr>
            <p:ph sz="quarter" idx="4"/>
          </p:nvPr>
        </p:nvSpPr>
        <p:spPr>
          <a:xfrm>
            <a:off x="60960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405B87-0B1C-464B-928F-AA5E9D282D70}" type="datetimeFigureOut">
              <a:rPr lang="en-US" smtClean="0"/>
              <a:t>4/25/2025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852814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3-Sections-Horizontal">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5" name="Date Placeholder 4"/>
          <p:cNvSpPr>
            <a:spLocks noGrp="1"/>
          </p:cNvSpPr>
          <p:nvPr>
            <p:ph type="dt" sz="half" idx="10"/>
          </p:nvPr>
        </p:nvSpPr>
        <p:spPr/>
        <p:txBody>
          <a:bodyPr/>
          <a:lstStyle/>
          <a:p>
            <a:fld id="{2E405B87-0B1C-464B-928F-AA5E9D282D70}" type="datetimeFigureOut">
              <a:rPr lang="en-US" smtClean="0"/>
              <a:t>4/25/2025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Content Placeholder 3">
            <a:extLst>
              <a:ext uri="{FF2B5EF4-FFF2-40B4-BE49-F238E27FC236}">
                <a16:creationId xmlns:a16="http://schemas.microsoft.com/office/drawing/2014/main" id="{B4E06701-73C2-615A-A562-555F80BDD1C7}"/>
              </a:ext>
            </a:extLst>
          </p:cNvPr>
          <p:cNvSpPr>
            <a:spLocks noGrp="1"/>
          </p:cNvSpPr>
          <p:nvPr>
            <p:ph sz="half" idx="14"/>
          </p:nvPr>
        </p:nvSpPr>
        <p:spPr>
          <a:xfrm>
            <a:off x="3581400" y="1486263"/>
            <a:ext cx="8000999" cy="15544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E87255F9-16E7-4480-CF5F-70A66F239682}"/>
              </a:ext>
            </a:extLst>
          </p:cNvPr>
          <p:cNvSpPr>
            <a:spLocks noGrp="1"/>
          </p:cNvSpPr>
          <p:nvPr>
            <p:ph sz="half" idx="15"/>
          </p:nvPr>
        </p:nvSpPr>
        <p:spPr>
          <a:xfrm>
            <a:off x="3581400" y="3113676"/>
            <a:ext cx="8000999" cy="15544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EA1DB515-6EB5-E071-77D5-52780B1F93A1}"/>
              </a:ext>
            </a:extLst>
          </p:cNvPr>
          <p:cNvSpPr>
            <a:spLocks noGrp="1"/>
          </p:cNvSpPr>
          <p:nvPr>
            <p:ph sz="half" idx="16"/>
          </p:nvPr>
        </p:nvSpPr>
        <p:spPr>
          <a:xfrm>
            <a:off x="3581400" y="4741091"/>
            <a:ext cx="8000999" cy="15544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FBDF4819-3238-D7A6-A1C2-3D6281B7411A}"/>
              </a:ext>
            </a:extLst>
          </p:cNvPr>
          <p:cNvSpPr>
            <a:spLocks noGrp="1"/>
          </p:cNvSpPr>
          <p:nvPr>
            <p:ph type="body" idx="17"/>
          </p:nvPr>
        </p:nvSpPr>
        <p:spPr>
          <a:xfrm>
            <a:off x="609602" y="1486263"/>
            <a:ext cx="2743199" cy="155448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8" name="Text Placeholder 2">
            <a:extLst>
              <a:ext uri="{FF2B5EF4-FFF2-40B4-BE49-F238E27FC236}">
                <a16:creationId xmlns:a16="http://schemas.microsoft.com/office/drawing/2014/main" id="{0464CE87-140B-47A2-C33C-D364CA1B76AD}"/>
              </a:ext>
            </a:extLst>
          </p:cNvPr>
          <p:cNvSpPr>
            <a:spLocks noGrp="1"/>
          </p:cNvSpPr>
          <p:nvPr>
            <p:ph type="body" idx="18"/>
          </p:nvPr>
        </p:nvSpPr>
        <p:spPr>
          <a:xfrm>
            <a:off x="609602" y="3111863"/>
            <a:ext cx="2743199" cy="155448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910CFF52-B968-331C-1CD8-EA2083E67BDF}"/>
              </a:ext>
            </a:extLst>
          </p:cNvPr>
          <p:cNvSpPr>
            <a:spLocks noGrp="1"/>
          </p:cNvSpPr>
          <p:nvPr>
            <p:ph type="body" idx="19"/>
          </p:nvPr>
        </p:nvSpPr>
        <p:spPr>
          <a:xfrm>
            <a:off x="609602" y="4737463"/>
            <a:ext cx="2743199" cy="155448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858845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57200"/>
            <a:ext cx="10972800" cy="792480"/>
          </a:xfrm>
        </p:spPr>
        <p:txBody>
          <a:bodyPr/>
          <a:lstStyle/>
          <a:p>
            <a:r>
              <a:rPr lang="en-US"/>
              <a:t>Slide title</a:t>
            </a:r>
          </a:p>
        </p:txBody>
      </p:sp>
      <p:sp>
        <p:nvSpPr>
          <p:cNvPr id="3" name="Text Placeholder 2"/>
          <p:cNvSpPr>
            <a:spLocks noGrp="1"/>
          </p:cNvSpPr>
          <p:nvPr>
            <p:ph type="body" idx="1" hasCustomPrompt="1"/>
          </p:nvPr>
        </p:nvSpPr>
        <p:spPr>
          <a:xfrm>
            <a:off x="609600"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4" name="Content Placeholder 3"/>
          <p:cNvSpPr>
            <a:spLocks noGrp="1"/>
          </p:cNvSpPr>
          <p:nvPr>
            <p:ph sz="half" idx="2"/>
          </p:nvPr>
        </p:nvSpPr>
        <p:spPr>
          <a:xfrm>
            <a:off x="6096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1"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6" name="Content Placeholder 5"/>
          <p:cNvSpPr>
            <a:spLocks noGrp="1"/>
          </p:cNvSpPr>
          <p:nvPr>
            <p:ph sz="quarter" idx="4"/>
          </p:nvPr>
        </p:nvSpPr>
        <p:spPr>
          <a:xfrm>
            <a:off x="60960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405B87-0B1C-464B-928F-AA5E9D282D70}" type="datetimeFigureOut">
              <a:rPr lang="en-US" smtClean="0"/>
              <a:t>4/25/2025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852814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57200"/>
            <a:ext cx="10972800" cy="792480"/>
          </a:xfrm>
        </p:spPr>
        <p:txBody>
          <a:bodyPr/>
          <a:lstStyle/>
          <a:p>
            <a:r>
              <a:rPr lang="en-US"/>
              <a:t>Slide title</a:t>
            </a:r>
          </a:p>
        </p:txBody>
      </p:sp>
      <p:sp>
        <p:nvSpPr>
          <p:cNvPr id="3" name="Text Placeholder 2"/>
          <p:cNvSpPr>
            <a:spLocks noGrp="1"/>
          </p:cNvSpPr>
          <p:nvPr>
            <p:ph type="body" idx="1" hasCustomPrompt="1"/>
          </p:nvPr>
        </p:nvSpPr>
        <p:spPr>
          <a:xfrm>
            <a:off x="609600"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4" name="Content Placeholder 3"/>
          <p:cNvSpPr>
            <a:spLocks noGrp="1"/>
          </p:cNvSpPr>
          <p:nvPr>
            <p:ph sz="half" idx="2"/>
          </p:nvPr>
        </p:nvSpPr>
        <p:spPr>
          <a:xfrm>
            <a:off x="6096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1"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6" name="Content Placeholder 5"/>
          <p:cNvSpPr>
            <a:spLocks noGrp="1"/>
          </p:cNvSpPr>
          <p:nvPr>
            <p:ph sz="quarter" idx="4"/>
          </p:nvPr>
        </p:nvSpPr>
        <p:spPr>
          <a:xfrm>
            <a:off x="60960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405B87-0B1C-464B-928F-AA5E9D282D70}" type="datetimeFigureOut">
              <a:rPr lang="en-US" smtClean="0"/>
              <a:t>4/25/2025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852814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2 Sections Horizontal">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5" name="Date Placeholder 4"/>
          <p:cNvSpPr>
            <a:spLocks noGrp="1"/>
          </p:cNvSpPr>
          <p:nvPr>
            <p:ph type="dt" sz="half" idx="10"/>
          </p:nvPr>
        </p:nvSpPr>
        <p:spPr/>
        <p:txBody>
          <a:bodyPr/>
          <a:lstStyle/>
          <a:p>
            <a:fld id="{2E405B87-0B1C-464B-928F-AA5E9D282D70}" type="datetimeFigureOut">
              <a:rPr lang="en-US" smtClean="0"/>
              <a:t>4/25/2025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Content Placeholder 3">
            <a:extLst>
              <a:ext uri="{FF2B5EF4-FFF2-40B4-BE49-F238E27FC236}">
                <a16:creationId xmlns:a16="http://schemas.microsoft.com/office/drawing/2014/main" id="{B4E06701-73C2-615A-A562-555F80BDD1C7}"/>
              </a:ext>
            </a:extLst>
          </p:cNvPr>
          <p:cNvSpPr>
            <a:spLocks noGrp="1"/>
          </p:cNvSpPr>
          <p:nvPr>
            <p:ph sz="half" idx="14"/>
          </p:nvPr>
        </p:nvSpPr>
        <p:spPr>
          <a:xfrm>
            <a:off x="3581400" y="1486260"/>
            <a:ext cx="8000999" cy="228600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E87255F9-16E7-4480-CF5F-70A66F239682}"/>
              </a:ext>
            </a:extLst>
          </p:cNvPr>
          <p:cNvSpPr>
            <a:spLocks noGrp="1"/>
          </p:cNvSpPr>
          <p:nvPr>
            <p:ph sz="half" idx="15"/>
          </p:nvPr>
        </p:nvSpPr>
        <p:spPr>
          <a:xfrm>
            <a:off x="3581400" y="3907615"/>
            <a:ext cx="8000999" cy="228600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FBDF4819-3238-D7A6-A1C2-3D6281B7411A}"/>
              </a:ext>
            </a:extLst>
          </p:cNvPr>
          <p:cNvSpPr>
            <a:spLocks noGrp="1"/>
          </p:cNvSpPr>
          <p:nvPr>
            <p:ph type="body" idx="17"/>
          </p:nvPr>
        </p:nvSpPr>
        <p:spPr>
          <a:xfrm>
            <a:off x="609602" y="1486260"/>
            <a:ext cx="2743199" cy="228600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8" name="Text Placeholder 2">
            <a:extLst>
              <a:ext uri="{FF2B5EF4-FFF2-40B4-BE49-F238E27FC236}">
                <a16:creationId xmlns:a16="http://schemas.microsoft.com/office/drawing/2014/main" id="{0464CE87-140B-47A2-C33C-D364CA1B76AD}"/>
              </a:ext>
            </a:extLst>
          </p:cNvPr>
          <p:cNvSpPr>
            <a:spLocks noGrp="1"/>
          </p:cNvSpPr>
          <p:nvPr>
            <p:ph type="body" idx="18"/>
          </p:nvPr>
        </p:nvSpPr>
        <p:spPr>
          <a:xfrm>
            <a:off x="609602" y="3905800"/>
            <a:ext cx="2743199" cy="228600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1126080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Sections-Horizontal">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5" name="Date Placeholder 4"/>
          <p:cNvSpPr>
            <a:spLocks noGrp="1"/>
          </p:cNvSpPr>
          <p:nvPr>
            <p:ph type="dt" sz="half" idx="10"/>
          </p:nvPr>
        </p:nvSpPr>
        <p:spPr/>
        <p:txBody>
          <a:bodyPr/>
          <a:lstStyle/>
          <a:p>
            <a:fld id="{2E405B87-0B1C-464B-928F-AA5E9D282D70}" type="datetimeFigureOut">
              <a:rPr lang="en-US" smtClean="0"/>
              <a:t>4/25/2025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Content Placeholder 3">
            <a:extLst>
              <a:ext uri="{FF2B5EF4-FFF2-40B4-BE49-F238E27FC236}">
                <a16:creationId xmlns:a16="http://schemas.microsoft.com/office/drawing/2014/main" id="{B4E06701-73C2-615A-A562-555F80BDD1C7}"/>
              </a:ext>
            </a:extLst>
          </p:cNvPr>
          <p:cNvSpPr>
            <a:spLocks noGrp="1"/>
          </p:cNvSpPr>
          <p:nvPr>
            <p:ph sz="half" idx="14"/>
          </p:nvPr>
        </p:nvSpPr>
        <p:spPr>
          <a:xfrm>
            <a:off x="3581400" y="1432560"/>
            <a:ext cx="8000999" cy="10972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E87255F9-16E7-4480-CF5F-70A66F239682}"/>
              </a:ext>
            </a:extLst>
          </p:cNvPr>
          <p:cNvSpPr>
            <a:spLocks noGrp="1"/>
          </p:cNvSpPr>
          <p:nvPr>
            <p:ph sz="half" idx="15"/>
          </p:nvPr>
        </p:nvSpPr>
        <p:spPr>
          <a:xfrm>
            <a:off x="3581400" y="2660711"/>
            <a:ext cx="8000999" cy="10972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EA1DB515-6EB5-E071-77D5-52780B1F93A1}"/>
              </a:ext>
            </a:extLst>
          </p:cNvPr>
          <p:cNvSpPr>
            <a:spLocks noGrp="1"/>
          </p:cNvSpPr>
          <p:nvPr>
            <p:ph sz="half" idx="16"/>
          </p:nvPr>
        </p:nvSpPr>
        <p:spPr>
          <a:xfrm>
            <a:off x="3581400" y="3888863"/>
            <a:ext cx="8000999" cy="10972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FBDF4819-3238-D7A6-A1C2-3D6281B7411A}"/>
              </a:ext>
            </a:extLst>
          </p:cNvPr>
          <p:cNvSpPr>
            <a:spLocks noGrp="1"/>
          </p:cNvSpPr>
          <p:nvPr>
            <p:ph type="body" idx="17"/>
          </p:nvPr>
        </p:nvSpPr>
        <p:spPr>
          <a:xfrm>
            <a:off x="609602" y="1432560"/>
            <a:ext cx="2743199" cy="1097280"/>
          </a:xfrm>
        </p:spPr>
        <p:txBody>
          <a:bodyPr anchor="ctr">
            <a:noAutofit/>
          </a:bodyPr>
          <a:lstStyle>
            <a:lvl1pPr marL="0" indent="0">
              <a:lnSpc>
                <a:spcPct val="100000"/>
              </a:lnSpc>
              <a:buNone/>
              <a:defRPr sz="18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8" name="Text Placeholder 2">
            <a:extLst>
              <a:ext uri="{FF2B5EF4-FFF2-40B4-BE49-F238E27FC236}">
                <a16:creationId xmlns:a16="http://schemas.microsoft.com/office/drawing/2014/main" id="{0464CE87-140B-47A2-C33C-D364CA1B76AD}"/>
              </a:ext>
            </a:extLst>
          </p:cNvPr>
          <p:cNvSpPr>
            <a:spLocks noGrp="1"/>
          </p:cNvSpPr>
          <p:nvPr>
            <p:ph type="body" idx="18"/>
          </p:nvPr>
        </p:nvSpPr>
        <p:spPr>
          <a:xfrm>
            <a:off x="609602" y="2660711"/>
            <a:ext cx="2743199" cy="1097280"/>
          </a:xfrm>
        </p:spPr>
        <p:txBody>
          <a:bodyPr anchor="ctr">
            <a:noAutofit/>
          </a:bodyPr>
          <a:lstStyle>
            <a:lvl1pPr marL="0" indent="0">
              <a:lnSpc>
                <a:spcPct val="100000"/>
              </a:lnSpc>
              <a:buNone/>
              <a:defRPr sz="18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910CFF52-B968-331C-1CD8-EA2083E67BDF}"/>
              </a:ext>
            </a:extLst>
          </p:cNvPr>
          <p:cNvSpPr>
            <a:spLocks noGrp="1"/>
          </p:cNvSpPr>
          <p:nvPr>
            <p:ph type="body" idx="19"/>
          </p:nvPr>
        </p:nvSpPr>
        <p:spPr>
          <a:xfrm>
            <a:off x="609602" y="3888863"/>
            <a:ext cx="2743199" cy="1097280"/>
          </a:xfrm>
        </p:spPr>
        <p:txBody>
          <a:bodyPr anchor="ctr">
            <a:noAutofit/>
          </a:bodyPr>
          <a:lstStyle>
            <a:lvl1pPr marL="0" indent="0">
              <a:lnSpc>
                <a:spcPct val="100000"/>
              </a:lnSpc>
              <a:buNone/>
              <a:defRPr sz="18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2" name="Content Placeholder 3">
            <a:extLst>
              <a:ext uri="{FF2B5EF4-FFF2-40B4-BE49-F238E27FC236}">
                <a16:creationId xmlns:a16="http://schemas.microsoft.com/office/drawing/2014/main" id="{2CC4066B-28F8-3C74-DB38-FF82E9635AC4}"/>
              </a:ext>
            </a:extLst>
          </p:cNvPr>
          <p:cNvSpPr>
            <a:spLocks noGrp="1"/>
          </p:cNvSpPr>
          <p:nvPr>
            <p:ph sz="half" idx="20"/>
          </p:nvPr>
        </p:nvSpPr>
        <p:spPr>
          <a:xfrm>
            <a:off x="3581400" y="5120640"/>
            <a:ext cx="8000999" cy="10972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8638F9F0-5516-0541-FD13-06BB4C7FD86C}"/>
              </a:ext>
            </a:extLst>
          </p:cNvPr>
          <p:cNvSpPr>
            <a:spLocks noGrp="1"/>
          </p:cNvSpPr>
          <p:nvPr>
            <p:ph type="body" idx="21"/>
          </p:nvPr>
        </p:nvSpPr>
        <p:spPr>
          <a:xfrm>
            <a:off x="609602" y="5117012"/>
            <a:ext cx="2743199" cy="1097280"/>
          </a:xfrm>
        </p:spPr>
        <p:txBody>
          <a:bodyPr anchor="ctr">
            <a:noAutofit/>
          </a:bodyPr>
          <a:lstStyle>
            <a:lvl1pPr marL="0" indent="0">
              <a:lnSpc>
                <a:spcPct val="100000"/>
              </a:lnSpc>
              <a:buNone/>
              <a:defRPr sz="18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110947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3-Sections-Horizontal">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5" name="Date Placeholder 4"/>
          <p:cNvSpPr>
            <a:spLocks noGrp="1"/>
          </p:cNvSpPr>
          <p:nvPr>
            <p:ph type="dt" sz="half" idx="10"/>
          </p:nvPr>
        </p:nvSpPr>
        <p:spPr/>
        <p:txBody>
          <a:bodyPr/>
          <a:lstStyle/>
          <a:p>
            <a:fld id="{2E405B87-0B1C-464B-928F-AA5E9D282D70}" type="datetimeFigureOut">
              <a:rPr lang="en-US" smtClean="0"/>
              <a:t>4/25/2025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Content Placeholder 3">
            <a:extLst>
              <a:ext uri="{FF2B5EF4-FFF2-40B4-BE49-F238E27FC236}">
                <a16:creationId xmlns:a16="http://schemas.microsoft.com/office/drawing/2014/main" id="{B4E06701-73C2-615A-A562-555F80BDD1C7}"/>
              </a:ext>
            </a:extLst>
          </p:cNvPr>
          <p:cNvSpPr>
            <a:spLocks noGrp="1"/>
          </p:cNvSpPr>
          <p:nvPr>
            <p:ph sz="half" idx="14"/>
          </p:nvPr>
        </p:nvSpPr>
        <p:spPr>
          <a:xfrm>
            <a:off x="3581400" y="1486263"/>
            <a:ext cx="8000999" cy="15544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E87255F9-16E7-4480-CF5F-70A66F239682}"/>
              </a:ext>
            </a:extLst>
          </p:cNvPr>
          <p:cNvSpPr>
            <a:spLocks noGrp="1"/>
          </p:cNvSpPr>
          <p:nvPr>
            <p:ph sz="half" idx="15"/>
          </p:nvPr>
        </p:nvSpPr>
        <p:spPr>
          <a:xfrm>
            <a:off x="3581400" y="3113676"/>
            <a:ext cx="8000999" cy="15544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EA1DB515-6EB5-E071-77D5-52780B1F93A1}"/>
              </a:ext>
            </a:extLst>
          </p:cNvPr>
          <p:cNvSpPr>
            <a:spLocks noGrp="1"/>
          </p:cNvSpPr>
          <p:nvPr>
            <p:ph sz="half" idx="16"/>
          </p:nvPr>
        </p:nvSpPr>
        <p:spPr>
          <a:xfrm>
            <a:off x="3581400" y="4741091"/>
            <a:ext cx="8000999" cy="15544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FBDF4819-3238-D7A6-A1C2-3D6281B7411A}"/>
              </a:ext>
            </a:extLst>
          </p:cNvPr>
          <p:cNvSpPr>
            <a:spLocks noGrp="1"/>
          </p:cNvSpPr>
          <p:nvPr>
            <p:ph type="body" idx="17"/>
          </p:nvPr>
        </p:nvSpPr>
        <p:spPr>
          <a:xfrm>
            <a:off x="609602" y="1486263"/>
            <a:ext cx="2743199" cy="155448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8" name="Text Placeholder 2">
            <a:extLst>
              <a:ext uri="{FF2B5EF4-FFF2-40B4-BE49-F238E27FC236}">
                <a16:creationId xmlns:a16="http://schemas.microsoft.com/office/drawing/2014/main" id="{0464CE87-140B-47A2-C33C-D364CA1B76AD}"/>
              </a:ext>
            </a:extLst>
          </p:cNvPr>
          <p:cNvSpPr>
            <a:spLocks noGrp="1"/>
          </p:cNvSpPr>
          <p:nvPr>
            <p:ph type="body" idx="18"/>
          </p:nvPr>
        </p:nvSpPr>
        <p:spPr>
          <a:xfrm>
            <a:off x="609602" y="3111863"/>
            <a:ext cx="2743199" cy="155448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910CFF52-B968-331C-1CD8-EA2083E67BDF}"/>
              </a:ext>
            </a:extLst>
          </p:cNvPr>
          <p:cNvSpPr>
            <a:spLocks noGrp="1"/>
          </p:cNvSpPr>
          <p:nvPr>
            <p:ph type="body" idx="19"/>
          </p:nvPr>
        </p:nvSpPr>
        <p:spPr>
          <a:xfrm>
            <a:off x="609602" y="4737463"/>
            <a:ext cx="2743199" cy="155448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858845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57200"/>
            <a:ext cx="10972800" cy="792480"/>
          </a:xfrm>
        </p:spPr>
        <p:txBody>
          <a:bodyPr/>
          <a:lstStyle/>
          <a:p>
            <a:r>
              <a:rPr lang="en-US"/>
              <a:t>Slide title</a:t>
            </a:r>
          </a:p>
        </p:txBody>
      </p:sp>
      <p:sp>
        <p:nvSpPr>
          <p:cNvPr id="3" name="Text Placeholder 2"/>
          <p:cNvSpPr>
            <a:spLocks noGrp="1"/>
          </p:cNvSpPr>
          <p:nvPr>
            <p:ph type="body" idx="1" hasCustomPrompt="1"/>
          </p:nvPr>
        </p:nvSpPr>
        <p:spPr>
          <a:xfrm>
            <a:off x="609600"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4" name="Content Placeholder 3"/>
          <p:cNvSpPr>
            <a:spLocks noGrp="1"/>
          </p:cNvSpPr>
          <p:nvPr>
            <p:ph sz="half" idx="2"/>
          </p:nvPr>
        </p:nvSpPr>
        <p:spPr>
          <a:xfrm>
            <a:off x="6096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1"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6" name="Content Placeholder 5"/>
          <p:cNvSpPr>
            <a:spLocks noGrp="1"/>
          </p:cNvSpPr>
          <p:nvPr>
            <p:ph sz="quarter" idx="4"/>
          </p:nvPr>
        </p:nvSpPr>
        <p:spPr>
          <a:xfrm>
            <a:off x="60960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405B87-0B1C-464B-928F-AA5E9D282D70}" type="datetimeFigureOut">
              <a:rPr lang="en-US" smtClean="0"/>
              <a:t>4/25/2025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852814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57200"/>
            <a:ext cx="10972800" cy="792480"/>
          </a:xfrm>
        </p:spPr>
        <p:txBody>
          <a:bodyPr/>
          <a:lstStyle/>
          <a:p>
            <a:r>
              <a:rPr lang="en-US"/>
              <a:t>Slide title</a:t>
            </a:r>
          </a:p>
        </p:txBody>
      </p:sp>
      <p:sp>
        <p:nvSpPr>
          <p:cNvPr id="3" name="Text Placeholder 2"/>
          <p:cNvSpPr>
            <a:spLocks noGrp="1"/>
          </p:cNvSpPr>
          <p:nvPr>
            <p:ph type="body" idx="1" hasCustomPrompt="1"/>
          </p:nvPr>
        </p:nvSpPr>
        <p:spPr>
          <a:xfrm>
            <a:off x="609600"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4" name="Content Placeholder 3"/>
          <p:cNvSpPr>
            <a:spLocks noGrp="1"/>
          </p:cNvSpPr>
          <p:nvPr>
            <p:ph sz="half" idx="2"/>
          </p:nvPr>
        </p:nvSpPr>
        <p:spPr>
          <a:xfrm>
            <a:off x="6096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1"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6" name="Content Placeholder 5"/>
          <p:cNvSpPr>
            <a:spLocks noGrp="1"/>
          </p:cNvSpPr>
          <p:nvPr>
            <p:ph sz="quarter" idx="4"/>
          </p:nvPr>
        </p:nvSpPr>
        <p:spPr>
          <a:xfrm>
            <a:off x="60960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405B87-0B1C-464B-928F-AA5E9D282D70}" type="datetimeFigureOut">
              <a:rPr lang="en-US" smtClean="0"/>
              <a:t>4/25/2025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852814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6899446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57200"/>
            <a:ext cx="10972800" cy="792480"/>
          </a:xfrm>
        </p:spPr>
        <p:txBody>
          <a:bodyPr/>
          <a:lstStyle/>
          <a:p>
            <a:r>
              <a:rPr lang="en-US"/>
              <a:t>Slide title</a:t>
            </a:r>
          </a:p>
        </p:txBody>
      </p:sp>
      <p:sp>
        <p:nvSpPr>
          <p:cNvPr id="3" name="Text Placeholder 2"/>
          <p:cNvSpPr>
            <a:spLocks noGrp="1"/>
          </p:cNvSpPr>
          <p:nvPr>
            <p:ph type="body" idx="1" hasCustomPrompt="1"/>
          </p:nvPr>
        </p:nvSpPr>
        <p:spPr>
          <a:xfrm>
            <a:off x="609600"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4" name="Content Placeholder 3"/>
          <p:cNvSpPr>
            <a:spLocks noGrp="1"/>
          </p:cNvSpPr>
          <p:nvPr>
            <p:ph sz="half" idx="2"/>
          </p:nvPr>
        </p:nvSpPr>
        <p:spPr>
          <a:xfrm>
            <a:off x="6096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1"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6" name="Content Placeholder 5"/>
          <p:cNvSpPr>
            <a:spLocks noGrp="1"/>
          </p:cNvSpPr>
          <p:nvPr>
            <p:ph sz="quarter" idx="4"/>
          </p:nvPr>
        </p:nvSpPr>
        <p:spPr>
          <a:xfrm>
            <a:off x="60960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405B87-0B1C-464B-928F-AA5E9D282D70}" type="datetimeFigureOut">
              <a:rPr lang="en-US" smtClean="0"/>
              <a:t>4/25/2025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8528144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57200"/>
            <a:ext cx="10972800" cy="792480"/>
          </a:xfrm>
        </p:spPr>
        <p:txBody>
          <a:bodyPr/>
          <a:lstStyle/>
          <a:p>
            <a:r>
              <a:rPr lang="en-US"/>
              <a:t>Slide title</a:t>
            </a:r>
          </a:p>
        </p:txBody>
      </p:sp>
      <p:sp>
        <p:nvSpPr>
          <p:cNvPr id="3" name="Text Placeholder 2"/>
          <p:cNvSpPr>
            <a:spLocks noGrp="1"/>
          </p:cNvSpPr>
          <p:nvPr>
            <p:ph type="body" idx="1" hasCustomPrompt="1"/>
          </p:nvPr>
        </p:nvSpPr>
        <p:spPr>
          <a:xfrm>
            <a:off x="609600"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4" name="Content Placeholder 3"/>
          <p:cNvSpPr>
            <a:spLocks noGrp="1"/>
          </p:cNvSpPr>
          <p:nvPr>
            <p:ph sz="half" idx="2"/>
          </p:nvPr>
        </p:nvSpPr>
        <p:spPr>
          <a:xfrm>
            <a:off x="6096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1"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6" name="Content Placeholder 5"/>
          <p:cNvSpPr>
            <a:spLocks noGrp="1"/>
          </p:cNvSpPr>
          <p:nvPr>
            <p:ph sz="quarter" idx="4"/>
          </p:nvPr>
        </p:nvSpPr>
        <p:spPr>
          <a:xfrm>
            <a:off x="60960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405B87-0B1C-464B-928F-AA5E9D282D70}" type="datetimeFigureOut">
              <a:rPr lang="en-US" smtClean="0"/>
              <a:t>4/25/2025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8528144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3-Sections">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3" name="Content Placeholder 2"/>
          <p:cNvSpPr>
            <a:spLocks noGrp="1"/>
          </p:cNvSpPr>
          <p:nvPr>
            <p:ph sz="half" idx="1"/>
          </p:nvPr>
        </p:nvSpPr>
        <p:spPr>
          <a:xfrm>
            <a:off x="609600" y="2501461"/>
            <a:ext cx="3566160"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12920" y="2501461"/>
            <a:ext cx="3566160"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405B87-0B1C-464B-928F-AA5E9D282D70}" type="datetimeFigureOut">
              <a:rPr lang="en-US" smtClean="0"/>
              <a:t>4/25/2025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8" name="Content Placeholder 3">
            <a:extLst>
              <a:ext uri="{FF2B5EF4-FFF2-40B4-BE49-F238E27FC236}">
                <a16:creationId xmlns:a16="http://schemas.microsoft.com/office/drawing/2014/main" id="{A80733C4-37B3-EAAC-AEF9-6AA9939E4F15}"/>
              </a:ext>
            </a:extLst>
          </p:cNvPr>
          <p:cNvSpPr>
            <a:spLocks noGrp="1"/>
          </p:cNvSpPr>
          <p:nvPr>
            <p:ph sz="half" idx="13"/>
          </p:nvPr>
        </p:nvSpPr>
        <p:spPr>
          <a:xfrm>
            <a:off x="8016240" y="2501461"/>
            <a:ext cx="3566160"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350EAC16-3B86-317F-2CED-01BEFE8BFE5A}"/>
              </a:ext>
            </a:extLst>
          </p:cNvPr>
          <p:cNvSpPr>
            <a:spLocks noGrp="1"/>
          </p:cNvSpPr>
          <p:nvPr>
            <p:ph type="body" idx="14"/>
          </p:nvPr>
        </p:nvSpPr>
        <p:spPr>
          <a:xfrm>
            <a:off x="609602" y="1412241"/>
            <a:ext cx="3566159"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0" name="Text Placeholder 2">
            <a:extLst>
              <a:ext uri="{FF2B5EF4-FFF2-40B4-BE49-F238E27FC236}">
                <a16:creationId xmlns:a16="http://schemas.microsoft.com/office/drawing/2014/main" id="{1EA0600A-89E3-8CAB-4C19-49198C79214D}"/>
              </a:ext>
            </a:extLst>
          </p:cNvPr>
          <p:cNvSpPr>
            <a:spLocks noGrp="1"/>
          </p:cNvSpPr>
          <p:nvPr>
            <p:ph type="body" idx="15"/>
          </p:nvPr>
        </p:nvSpPr>
        <p:spPr>
          <a:xfrm>
            <a:off x="4312922" y="1412241"/>
            <a:ext cx="3566159"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344020BC-5D0B-9B40-8801-ED945012C912}"/>
              </a:ext>
            </a:extLst>
          </p:cNvPr>
          <p:cNvSpPr>
            <a:spLocks noGrp="1"/>
          </p:cNvSpPr>
          <p:nvPr>
            <p:ph type="body" idx="16"/>
          </p:nvPr>
        </p:nvSpPr>
        <p:spPr>
          <a:xfrm>
            <a:off x="8016242" y="1412241"/>
            <a:ext cx="3566159"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36954591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Image 2 Sections Horizontal">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5" name="Date Placeholder 4"/>
          <p:cNvSpPr>
            <a:spLocks noGrp="1"/>
          </p:cNvSpPr>
          <p:nvPr>
            <p:ph type="dt" sz="half" idx="10"/>
          </p:nvPr>
        </p:nvSpPr>
        <p:spPr/>
        <p:txBody>
          <a:bodyPr/>
          <a:lstStyle/>
          <a:p>
            <a:fld id="{2E405B87-0B1C-464B-928F-AA5E9D282D70}" type="datetimeFigureOut">
              <a:rPr lang="en-US" smtClean="0"/>
              <a:t>4/25/2025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Content Placeholder 3">
            <a:extLst>
              <a:ext uri="{FF2B5EF4-FFF2-40B4-BE49-F238E27FC236}">
                <a16:creationId xmlns:a16="http://schemas.microsoft.com/office/drawing/2014/main" id="{B4E06701-73C2-615A-A562-555F80BDD1C7}"/>
              </a:ext>
            </a:extLst>
          </p:cNvPr>
          <p:cNvSpPr>
            <a:spLocks noGrp="1"/>
          </p:cNvSpPr>
          <p:nvPr>
            <p:ph sz="half" idx="14"/>
          </p:nvPr>
        </p:nvSpPr>
        <p:spPr>
          <a:xfrm>
            <a:off x="3700781" y="2052312"/>
            <a:ext cx="7881619" cy="1662255"/>
          </a:xfrm>
        </p:spPr>
        <p:txBody>
          <a:bodyPr anchor="t">
            <a:normAutofit/>
          </a:bodyPr>
          <a:lstStyle>
            <a:lvl1pPr marL="296855" indent="-285744">
              <a:buFont typeface="Arial" panose="020B0604020202020204" pitchFamily="34" charset="0"/>
              <a:buChar cha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E87255F9-16E7-4480-CF5F-70A66F239682}"/>
              </a:ext>
            </a:extLst>
          </p:cNvPr>
          <p:cNvSpPr>
            <a:spLocks noGrp="1"/>
          </p:cNvSpPr>
          <p:nvPr>
            <p:ph sz="half" idx="15"/>
          </p:nvPr>
        </p:nvSpPr>
        <p:spPr>
          <a:xfrm>
            <a:off x="3700781" y="4531361"/>
            <a:ext cx="7881619" cy="1662255"/>
          </a:xfrm>
        </p:spPr>
        <p:txBody>
          <a:bodyPr anchor="t">
            <a:normAutofit/>
          </a:bodyPr>
          <a:lstStyle>
            <a:lvl1pPr marL="296855" indent="-285744">
              <a:buFont typeface="Arial" panose="020B0604020202020204" pitchFamily="34" charset="0"/>
              <a:buChar cha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FBDF4819-3238-D7A6-A1C2-3D6281B7411A}"/>
              </a:ext>
            </a:extLst>
          </p:cNvPr>
          <p:cNvSpPr>
            <a:spLocks noGrp="1"/>
          </p:cNvSpPr>
          <p:nvPr>
            <p:ph type="body" idx="17"/>
          </p:nvPr>
        </p:nvSpPr>
        <p:spPr>
          <a:xfrm>
            <a:off x="3027677" y="1433280"/>
            <a:ext cx="7193283" cy="612648"/>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8" name="Text Placeholder 2">
            <a:extLst>
              <a:ext uri="{FF2B5EF4-FFF2-40B4-BE49-F238E27FC236}">
                <a16:creationId xmlns:a16="http://schemas.microsoft.com/office/drawing/2014/main" id="{0464CE87-140B-47A2-C33C-D364CA1B76AD}"/>
              </a:ext>
            </a:extLst>
          </p:cNvPr>
          <p:cNvSpPr>
            <a:spLocks noGrp="1"/>
          </p:cNvSpPr>
          <p:nvPr>
            <p:ph type="body" idx="18"/>
          </p:nvPr>
        </p:nvSpPr>
        <p:spPr>
          <a:xfrm>
            <a:off x="3027677" y="3910514"/>
            <a:ext cx="7193283" cy="606684"/>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32622096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3-Sections">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3" name="Content Placeholder 2"/>
          <p:cNvSpPr>
            <a:spLocks noGrp="1"/>
          </p:cNvSpPr>
          <p:nvPr>
            <p:ph sz="half" idx="1"/>
          </p:nvPr>
        </p:nvSpPr>
        <p:spPr>
          <a:xfrm>
            <a:off x="609600" y="2501461"/>
            <a:ext cx="3566160"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12920" y="2501461"/>
            <a:ext cx="3566160"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405B87-0B1C-464B-928F-AA5E9D282D70}" type="datetimeFigureOut">
              <a:rPr lang="en-US" smtClean="0"/>
              <a:t>4/25/2025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8" name="Content Placeholder 3">
            <a:extLst>
              <a:ext uri="{FF2B5EF4-FFF2-40B4-BE49-F238E27FC236}">
                <a16:creationId xmlns:a16="http://schemas.microsoft.com/office/drawing/2014/main" id="{A80733C4-37B3-EAAC-AEF9-6AA9939E4F15}"/>
              </a:ext>
            </a:extLst>
          </p:cNvPr>
          <p:cNvSpPr>
            <a:spLocks noGrp="1"/>
          </p:cNvSpPr>
          <p:nvPr>
            <p:ph sz="half" idx="13"/>
          </p:nvPr>
        </p:nvSpPr>
        <p:spPr>
          <a:xfrm>
            <a:off x="8016240" y="2501461"/>
            <a:ext cx="3566160"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350EAC16-3B86-317F-2CED-01BEFE8BFE5A}"/>
              </a:ext>
            </a:extLst>
          </p:cNvPr>
          <p:cNvSpPr>
            <a:spLocks noGrp="1"/>
          </p:cNvSpPr>
          <p:nvPr>
            <p:ph type="body" idx="14"/>
          </p:nvPr>
        </p:nvSpPr>
        <p:spPr>
          <a:xfrm>
            <a:off x="609602" y="1412241"/>
            <a:ext cx="3566159"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0" name="Text Placeholder 2">
            <a:extLst>
              <a:ext uri="{FF2B5EF4-FFF2-40B4-BE49-F238E27FC236}">
                <a16:creationId xmlns:a16="http://schemas.microsoft.com/office/drawing/2014/main" id="{1EA0600A-89E3-8CAB-4C19-49198C79214D}"/>
              </a:ext>
            </a:extLst>
          </p:cNvPr>
          <p:cNvSpPr>
            <a:spLocks noGrp="1"/>
          </p:cNvSpPr>
          <p:nvPr>
            <p:ph type="body" idx="15"/>
          </p:nvPr>
        </p:nvSpPr>
        <p:spPr>
          <a:xfrm>
            <a:off x="4312922" y="1412241"/>
            <a:ext cx="3566159"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344020BC-5D0B-9B40-8801-ED945012C912}"/>
              </a:ext>
            </a:extLst>
          </p:cNvPr>
          <p:cNvSpPr>
            <a:spLocks noGrp="1"/>
          </p:cNvSpPr>
          <p:nvPr>
            <p:ph type="body" idx="16"/>
          </p:nvPr>
        </p:nvSpPr>
        <p:spPr>
          <a:xfrm>
            <a:off x="8016242" y="1412241"/>
            <a:ext cx="3566159"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36954591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3-Sections">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3" name="Content Placeholder 2"/>
          <p:cNvSpPr>
            <a:spLocks noGrp="1"/>
          </p:cNvSpPr>
          <p:nvPr>
            <p:ph sz="half" idx="1"/>
          </p:nvPr>
        </p:nvSpPr>
        <p:spPr>
          <a:xfrm>
            <a:off x="609600" y="2501461"/>
            <a:ext cx="3566160"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12920" y="2501461"/>
            <a:ext cx="3566160"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405B87-0B1C-464B-928F-AA5E9D282D70}" type="datetimeFigureOut">
              <a:rPr lang="en-US" smtClean="0"/>
              <a:t>4/25/2025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8" name="Content Placeholder 3">
            <a:extLst>
              <a:ext uri="{FF2B5EF4-FFF2-40B4-BE49-F238E27FC236}">
                <a16:creationId xmlns:a16="http://schemas.microsoft.com/office/drawing/2014/main" id="{A80733C4-37B3-EAAC-AEF9-6AA9939E4F15}"/>
              </a:ext>
            </a:extLst>
          </p:cNvPr>
          <p:cNvSpPr>
            <a:spLocks noGrp="1"/>
          </p:cNvSpPr>
          <p:nvPr>
            <p:ph sz="half" idx="13"/>
          </p:nvPr>
        </p:nvSpPr>
        <p:spPr>
          <a:xfrm>
            <a:off x="8016240" y="2501461"/>
            <a:ext cx="3566160"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350EAC16-3B86-317F-2CED-01BEFE8BFE5A}"/>
              </a:ext>
            </a:extLst>
          </p:cNvPr>
          <p:cNvSpPr>
            <a:spLocks noGrp="1"/>
          </p:cNvSpPr>
          <p:nvPr>
            <p:ph type="body" idx="14"/>
          </p:nvPr>
        </p:nvSpPr>
        <p:spPr>
          <a:xfrm>
            <a:off x="609602" y="1412241"/>
            <a:ext cx="3566159"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0" name="Text Placeholder 2">
            <a:extLst>
              <a:ext uri="{FF2B5EF4-FFF2-40B4-BE49-F238E27FC236}">
                <a16:creationId xmlns:a16="http://schemas.microsoft.com/office/drawing/2014/main" id="{1EA0600A-89E3-8CAB-4C19-49198C79214D}"/>
              </a:ext>
            </a:extLst>
          </p:cNvPr>
          <p:cNvSpPr>
            <a:spLocks noGrp="1"/>
          </p:cNvSpPr>
          <p:nvPr>
            <p:ph type="body" idx="15"/>
          </p:nvPr>
        </p:nvSpPr>
        <p:spPr>
          <a:xfrm>
            <a:off x="4312922" y="1412241"/>
            <a:ext cx="3566159"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344020BC-5D0B-9B40-8801-ED945012C912}"/>
              </a:ext>
            </a:extLst>
          </p:cNvPr>
          <p:cNvSpPr>
            <a:spLocks noGrp="1"/>
          </p:cNvSpPr>
          <p:nvPr>
            <p:ph type="body" idx="16"/>
          </p:nvPr>
        </p:nvSpPr>
        <p:spPr>
          <a:xfrm>
            <a:off x="8016242" y="1412241"/>
            <a:ext cx="3566159"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36954591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68994468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heme" Target="../theme/theme3.xml"/><Relationship Id="rId1" Type="http://schemas.openxmlformats.org/officeDocument/2006/relationships/slideLayout" Target="../slideLayouts/slideLayout3.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heme" Target="../theme/theme5.xml"/><Relationship Id="rId1" Type="http://schemas.openxmlformats.org/officeDocument/2006/relationships/slideLayout" Target="../slideLayouts/slideLayout5.xml"/><Relationship Id="rId5" Type="http://schemas.openxmlformats.org/officeDocument/2006/relationships/image" Target="../media/image1.emf"/><Relationship Id="rId4" Type="http://schemas.openxmlformats.org/officeDocument/2006/relationships/oleObject" Target="../embeddings/oleObject2.bin"/></Relationships>
</file>

<file path=ppt/slideMasters/_rels/slideMaster6.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heme" Target="../theme/theme6.xml"/><Relationship Id="rId1" Type="http://schemas.openxmlformats.org/officeDocument/2006/relationships/slideLayout" Target="../slideLayouts/slideLayout6.xml"/><Relationship Id="rId5" Type="http://schemas.openxmlformats.org/officeDocument/2006/relationships/image" Target="../media/image1.emf"/><Relationship Id="rId4" Type="http://schemas.openxmlformats.org/officeDocument/2006/relationships/oleObject" Target="../embeddings/oleObject3.bin"/></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heme" Target="../theme/theme14.xml"/><Relationship Id="rId1" Type="http://schemas.openxmlformats.org/officeDocument/2006/relationships/slideLayout" Target="../slideLayouts/slideLayout14.xml"/><Relationship Id="rId5" Type="http://schemas.openxmlformats.org/officeDocument/2006/relationships/image" Target="../media/image1.emf"/><Relationship Id="rId4" Type="http://schemas.openxmlformats.org/officeDocument/2006/relationships/oleObject" Target="../embeddings/oleObject4.bin"/></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4/25/2025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4/25/2025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80"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7354F1A-2838-7753-AEA9-E49BF56F113D}"/>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F7354F1A-2838-7753-AEA9-E49BF56F113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4/25/2025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81"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4/25/2025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82"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7354F1A-2838-7753-AEA9-E49BF56F113D}"/>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F7354F1A-2838-7753-AEA9-E49BF56F113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4/25/2025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83"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7354F1A-2838-7753-AEA9-E49BF56F113D}"/>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F7354F1A-2838-7753-AEA9-E49BF56F113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4/25/2025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84"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4/25/2025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85"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4/25/2025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86"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4/25/2025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87"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4/25/2025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88"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4/25/2025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89"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4/25/2025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90"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4/25/2025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91"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7354F1A-2838-7753-AEA9-E49BF56F113D}"/>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F7354F1A-2838-7753-AEA9-E49BF56F113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4/25/2025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92"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4/25/2025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93"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4/25/2025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94"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4/25/2025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95"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4/25/2025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96"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4/25/2025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97"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tags" Target="../tags/tag19.xml"/><Relationship Id="rId13" Type="http://schemas.openxmlformats.org/officeDocument/2006/relationships/tags" Target="../tags/tag24.xml"/><Relationship Id="rId18" Type="http://schemas.openxmlformats.org/officeDocument/2006/relationships/image" Target="../media/image4.svg"/><Relationship Id="rId3" Type="http://schemas.openxmlformats.org/officeDocument/2006/relationships/tags" Target="../tags/tag14.xml"/><Relationship Id="rId7" Type="http://schemas.openxmlformats.org/officeDocument/2006/relationships/tags" Target="../tags/tag18.xml"/><Relationship Id="rId12" Type="http://schemas.openxmlformats.org/officeDocument/2006/relationships/tags" Target="../tags/tag23.xml"/><Relationship Id="rId17" Type="http://schemas.openxmlformats.org/officeDocument/2006/relationships/image" Target="../media/image3.png"/><Relationship Id="rId2" Type="http://schemas.openxmlformats.org/officeDocument/2006/relationships/tags" Target="../tags/tag13.xml"/><Relationship Id="rId16" Type="http://schemas.openxmlformats.org/officeDocument/2006/relationships/image" Target="../media/image2.emf"/><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tags" Target="../tags/tag22.xml"/><Relationship Id="rId5" Type="http://schemas.openxmlformats.org/officeDocument/2006/relationships/tags" Target="../tags/tag16.xml"/><Relationship Id="rId15" Type="http://schemas.openxmlformats.org/officeDocument/2006/relationships/oleObject" Target="../embeddings/oleObject5.bin"/><Relationship Id="rId10" Type="http://schemas.openxmlformats.org/officeDocument/2006/relationships/tags" Target="../tags/tag21.xml"/><Relationship Id="rId4" Type="http://schemas.openxmlformats.org/officeDocument/2006/relationships/tags" Target="../tags/tag15.xml"/><Relationship Id="rId9" Type="http://schemas.openxmlformats.org/officeDocument/2006/relationships/tags" Target="../tags/tag20.xml"/><Relationship Id="rId14"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image" Target="../media/image3.png"/><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slideLayout" Target="../slideLayouts/slideLayout4.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5" Type="http://schemas.openxmlformats.org/officeDocument/2006/relationships/tags" Target="../tags/tag29.xml"/><Relationship Id="rId10" Type="http://schemas.openxmlformats.org/officeDocument/2006/relationships/tags" Target="../tags/tag34.xml"/><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image" Target="../media/image4.svg"/></Relationships>
</file>

<file path=ppt/slides/_rels/slide5.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tags" Target="../tags/tag48.xml"/><Relationship Id="rId18" Type="http://schemas.openxmlformats.org/officeDocument/2006/relationships/slideLayout" Target="../slideLayouts/slideLayout5.xml"/><Relationship Id="rId3" Type="http://schemas.openxmlformats.org/officeDocument/2006/relationships/tags" Target="../tags/tag38.xml"/><Relationship Id="rId21" Type="http://schemas.openxmlformats.org/officeDocument/2006/relationships/image" Target="../media/image3.png"/><Relationship Id="rId7" Type="http://schemas.openxmlformats.org/officeDocument/2006/relationships/tags" Target="../tags/tag42.xml"/><Relationship Id="rId12" Type="http://schemas.openxmlformats.org/officeDocument/2006/relationships/tags" Target="../tags/tag47.xml"/><Relationship Id="rId17" Type="http://schemas.openxmlformats.org/officeDocument/2006/relationships/tags" Target="../tags/tag52.xml"/><Relationship Id="rId2" Type="http://schemas.openxmlformats.org/officeDocument/2006/relationships/tags" Target="../tags/tag37.xml"/><Relationship Id="rId16" Type="http://schemas.openxmlformats.org/officeDocument/2006/relationships/tags" Target="../tags/tag51.xml"/><Relationship Id="rId20" Type="http://schemas.openxmlformats.org/officeDocument/2006/relationships/image" Target="../media/image2.emf"/><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tags" Target="../tags/tag46.xml"/><Relationship Id="rId5" Type="http://schemas.openxmlformats.org/officeDocument/2006/relationships/tags" Target="../tags/tag40.xml"/><Relationship Id="rId15" Type="http://schemas.openxmlformats.org/officeDocument/2006/relationships/tags" Target="../tags/tag50.xml"/><Relationship Id="rId10" Type="http://schemas.openxmlformats.org/officeDocument/2006/relationships/tags" Target="../tags/tag45.xml"/><Relationship Id="rId19" Type="http://schemas.openxmlformats.org/officeDocument/2006/relationships/oleObject" Target="../embeddings/oleObject6.bin"/><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tags" Target="../tags/tag49.xml"/><Relationship Id="rId22" Type="http://schemas.openxmlformats.org/officeDocument/2006/relationships/image" Target="../media/image4.svg"/></Relationships>
</file>

<file path=ppt/slides/_rels/slide6.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tags" Target="../tags/tag65.xml"/><Relationship Id="rId18" Type="http://schemas.openxmlformats.org/officeDocument/2006/relationships/image" Target="../media/image2.emf"/><Relationship Id="rId3" Type="http://schemas.openxmlformats.org/officeDocument/2006/relationships/tags" Target="../tags/tag55.xml"/><Relationship Id="rId7" Type="http://schemas.openxmlformats.org/officeDocument/2006/relationships/tags" Target="../tags/tag59.xml"/><Relationship Id="rId12" Type="http://schemas.openxmlformats.org/officeDocument/2006/relationships/tags" Target="../tags/tag64.xml"/><Relationship Id="rId17" Type="http://schemas.openxmlformats.org/officeDocument/2006/relationships/oleObject" Target="../embeddings/oleObject7.bin"/><Relationship Id="rId2" Type="http://schemas.openxmlformats.org/officeDocument/2006/relationships/tags" Target="../tags/tag54.xml"/><Relationship Id="rId16" Type="http://schemas.openxmlformats.org/officeDocument/2006/relationships/slideLayout" Target="../slideLayouts/slideLayout6.xml"/><Relationship Id="rId20" Type="http://schemas.openxmlformats.org/officeDocument/2006/relationships/image" Target="../media/image4.svg"/><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tags" Target="../tags/tag63.xml"/><Relationship Id="rId5" Type="http://schemas.openxmlformats.org/officeDocument/2006/relationships/tags" Target="../tags/tag57.xml"/><Relationship Id="rId15" Type="http://schemas.openxmlformats.org/officeDocument/2006/relationships/tags" Target="../tags/tag67.xml"/><Relationship Id="rId10" Type="http://schemas.openxmlformats.org/officeDocument/2006/relationships/tags" Target="../tags/tag62.xml"/><Relationship Id="rId19" Type="http://schemas.openxmlformats.org/officeDocument/2006/relationships/image" Target="../media/image3.png"/><Relationship Id="rId4" Type="http://schemas.openxmlformats.org/officeDocument/2006/relationships/tags" Target="../tags/tag56.xml"/><Relationship Id="rId9" Type="http://schemas.openxmlformats.org/officeDocument/2006/relationships/tags" Target="../tags/tag61.xml"/><Relationship Id="rId14" Type="http://schemas.openxmlformats.org/officeDocument/2006/relationships/tags" Target="../tags/tag66.xml"/></Relationships>
</file>

<file path=ppt/slides/_rels/slide7.xml.rels><?xml version="1.0" encoding="UTF-8" standalone="yes"?>
<Relationships xmlns="http://schemas.openxmlformats.org/package/2006/relationships"><Relationship Id="rId8" Type="http://schemas.openxmlformats.org/officeDocument/2006/relationships/tags" Target="../tags/tag75.xml"/><Relationship Id="rId13" Type="http://schemas.openxmlformats.org/officeDocument/2006/relationships/image" Target="../media/image5.png"/><Relationship Id="rId18" Type="http://schemas.openxmlformats.org/officeDocument/2006/relationships/image" Target="../media/image4.svg"/><Relationship Id="rId3" Type="http://schemas.openxmlformats.org/officeDocument/2006/relationships/tags" Target="../tags/tag70.xml"/><Relationship Id="rId7" Type="http://schemas.openxmlformats.org/officeDocument/2006/relationships/tags" Target="../tags/tag74.xml"/><Relationship Id="rId12" Type="http://schemas.openxmlformats.org/officeDocument/2006/relationships/slideLayout" Target="../slideLayouts/slideLayout7.xml"/><Relationship Id="rId17" Type="http://schemas.openxmlformats.org/officeDocument/2006/relationships/image" Target="../media/image3.png"/><Relationship Id="rId2" Type="http://schemas.openxmlformats.org/officeDocument/2006/relationships/tags" Target="../tags/tag69.xml"/><Relationship Id="rId16" Type="http://schemas.openxmlformats.org/officeDocument/2006/relationships/image" Target="../media/image8.svg"/><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tags" Target="../tags/tag78.xml"/><Relationship Id="rId5" Type="http://schemas.openxmlformats.org/officeDocument/2006/relationships/tags" Target="../tags/tag72.xml"/><Relationship Id="rId15" Type="http://schemas.openxmlformats.org/officeDocument/2006/relationships/image" Target="../media/image7.png"/><Relationship Id="rId10" Type="http://schemas.openxmlformats.org/officeDocument/2006/relationships/tags" Target="../tags/tag77.xml"/><Relationship Id="rId4" Type="http://schemas.openxmlformats.org/officeDocument/2006/relationships/tags" Target="../tags/tag71.xml"/><Relationship Id="rId9" Type="http://schemas.openxmlformats.org/officeDocument/2006/relationships/tags" Target="../tags/tag76.xml"/><Relationship Id="rId14" Type="http://schemas.openxmlformats.org/officeDocument/2006/relationships/image" Target="../media/image6.svg"/></Relationships>
</file>

<file path=ppt/slides/_rels/slide8.xml.rels><?xml version="1.0" encoding="UTF-8" standalone="yes"?>
<Relationships xmlns="http://schemas.openxmlformats.org/package/2006/relationships"><Relationship Id="rId8" Type="http://schemas.openxmlformats.org/officeDocument/2006/relationships/tags" Target="../tags/tag86.xml"/><Relationship Id="rId13" Type="http://schemas.openxmlformats.org/officeDocument/2006/relationships/tags" Target="../tags/tag91.xml"/><Relationship Id="rId3" Type="http://schemas.openxmlformats.org/officeDocument/2006/relationships/tags" Target="../tags/tag81.xml"/><Relationship Id="rId7" Type="http://schemas.openxmlformats.org/officeDocument/2006/relationships/tags" Target="../tags/tag85.xml"/><Relationship Id="rId12" Type="http://schemas.openxmlformats.org/officeDocument/2006/relationships/tags" Target="../tags/tag90.xml"/><Relationship Id="rId2" Type="http://schemas.openxmlformats.org/officeDocument/2006/relationships/tags" Target="../tags/tag80.xml"/><Relationship Id="rId16" Type="http://schemas.openxmlformats.org/officeDocument/2006/relationships/image" Target="../media/image4.svg"/><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tags" Target="../tags/tag89.xml"/><Relationship Id="rId5" Type="http://schemas.openxmlformats.org/officeDocument/2006/relationships/tags" Target="../tags/tag83.xml"/><Relationship Id="rId15" Type="http://schemas.openxmlformats.org/officeDocument/2006/relationships/image" Target="../media/image3.png"/><Relationship Id="rId10" Type="http://schemas.openxmlformats.org/officeDocument/2006/relationships/tags" Target="../tags/tag88.xml"/><Relationship Id="rId4" Type="http://schemas.openxmlformats.org/officeDocument/2006/relationships/tags" Target="../tags/tag82.xml"/><Relationship Id="rId9" Type="http://schemas.openxmlformats.org/officeDocument/2006/relationships/tags" Target="../tags/tag87.xml"/><Relationship Id="rId14"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8" Type="http://schemas.openxmlformats.org/officeDocument/2006/relationships/tags" Target="../tags/tag99.xml"/><Relationship Id="rId13" Type="http://schemas.openxmlformats.org/officeDocument/2006/relationships/slideLayout" Target="../slideLayouts/slideLayout9.xml"/><Relationship Id="rId3" Type="http://schemas.openxmlformats.org/officeDocument/2006/relationships/tags" Target="../tags/tag94.xml"/><Relationship Id="rId7" Type="http://schemas.openxmlformats.org/officeDocument/2006/relationships/tags" Target="../tags/tag98.xml"/><Relationship Id="rId12" Type="http://schemas.openxmlformats.org/officeDocument/2006/relationships/tags" Target="../tags/tag103.xml"/><Relationship Id="rId2" Type="http://schemas.openxmlformats.org/officeDocument/2006/relationships/tags" Target="../tags/tag93.xml"/><Relationship Id="rId16" Type="http://schemas.openxmlformats.org/officeDocument/2006/relationships/image" Target="../media/image4.svg"/><Relationship Id="rId1" Type="http://schemas.openxmlformats.org/officeDocument/2006/relationships/tags" Target="../tags/tag92.xml"/><Relationship Id="rId6" Type="http://schemas.openxmlformats.org/officeDocument/2006/relationships/tags" Target="../tags/tag97.xml"/><Relationship Id="rId11" Type="http://schemas.openxmlformats.org/officeDocument/2006/relationships/tags" Target="../tags/tag102.xml"/><Relationship Id="rId5" Type="http://schemas.openxmlformats.org/officeDocument/2006/relationships/tags" Target="../tags/tag96.xml"/><Relationship Id="rId15" Type="http://schemas.openxmlformats.org/officeDocument/2006/relationships/image" Target="../media/image3.png"/><Relationship Id="rId10" Type="http://schemas.openxmlformats.org/officeDocument/2006/relationships/tags" Target="../tags/tag101.xml"/><Relationship Id="rId4" Type="http://schemas.openxmlformats.org/officeDocument/2006/relationships/tags" Target="../tags/tag95.xml"/><Relationship Id="rId9" Type="http://schemas.openxmlformats.org/officeDocument/2006/relationships/tags" Target="../tags/tag100.xml"/><Relationship Id="rId14" Type="http://schemas.openxmlformats.org/officeDocument/2006/relationships/image" Target="../media/image9.jpeg"/></Relationships>
</file>

<file path=ppt/slides/_rels/slide10.xml.rels><?xml version="1.0" encoding="UTF-8" standalone="yes"?>
<Relationships xmlns="http://schemas.openxmlformats.org/package/2006/relationships"><Relationship Id="rId8" Type="http://schemas.openxmlformats.org/officeDocument/2006/relationships/tags" Target="../tags/tag111.xml"/><Relationship Id="rId13" Type="http://schemas.openxmlformats.org/officeDocument/2006/relationships/image" Target="../media/image4.svg"/><Relationship Id="rId3" Type="http://schemas.openxmlformats.org/officeDocument/2006/relationships/tags" Target="../tags/tag106.xml"/><Relationship Id="rId7" Type="http://schemas.openxmlformats.org/officeDocument/2006/relationships/tags" Target="../tags/tag110.xml"/><Relationship Id="rId12" Type="http://schemas.openxmlformats.org/officeDocument/2006/relationships/image" Target="../media/image3.png"/><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notesSlide" Target="../notesSlides/notesSlide1.xml"/><Relationship Id="rId5" Type="http://schemas.openxmlformats.org/officeDocument/2006/relationships/tags" Target="../tags/tag108.xml"/><Relationship Id="rId10" Type="http://schemas.openxmlformats.org/officeDocument/2006/relationships/slideLayout" Target="../slideLayouts/slideLayout10.xml"/><Relationship Id="rId4" Type="http://schemas.openxmlformats.org/officeDocument/2006/relationships/tags" Target="../tags/tag107.xml"/><Relationship Id="rId9" Type="http://schemas.openxmlformats.org/officeDocument/2006/relationships/tags" Target="../tags/tag112.xml"/><Relationship Id="rId14" Type="http://schemas.openxmlformats.org/officeDocument/2006/relationships/chart" Target="../charts/chart1.xml"/></Relationships>
</file>

<file path=ppt/slides/_rels/slide11.xml.rels><?xml version="1.0" encoding="UTF-8" standalone="yes"?>
<Relationships xmlns="http://schemas.openxmlformats.org/package/2006/relationships"><Relationship Id="rId8" Type="http://schemas.openxmlformats.org/officeDocument/2006/relationships/tags" Target="../tags/tag120.xml"/><Relationship Id="rId13" Type="http://schemas.openxmlformats.org/officeDocument/2006/relationships/image" Target="../media/image4.svg"/><Relationship Id="rId3" Type="http://schemas.openxmlformats.org/officeDocument/2006/relationships/tags" Target="../tags/tag115.xml"/><Relationship Id="rId7" Type="http://schemas.openxmlformats.org/officeDocument/2006/relationships/tags" Target="../tags/tag119.xml"/><Relationship Id="rId12" Type="http://schemas.openxmlformats.org/officeDocument/2006/relationships/image" Target="../media/image3.png"/><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tags" Target="../tags/tag118.xml"/><Relationship Id="rId11" Type="http://schemas.openxmlformats.org/officeDocument/2006/relationships/chart" Target="../charts/chart2.xml"/><Relationship Id="rId5" Type="http://schemas.openxmlformats.org/officeDocument/2006/relationships/tags" Target="../tags/tag117.xml"/><Relationship Id="rId10" Type="http://schemas.openxmlformats.org/officeDocument/2006/relationships/notesSlide" Target="../notesSlides/notesSlide2.xml"/><Relationship Id="rId4" Type="http://schemas.openxmlformats.org/officeDocument/2006/relationships/tags" Target="../tags/tag116.xml"/><Relationship Id="rId9"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123.xml"/><Relationship Id="rId7" Type="http://schemas.openxmlformats.org/officeDocument/2006/relationships/slideLayout" Target="../slideLayouts/slideLayout12.xml"/><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9" Type="http://schemas.openxmlformats.org/officeDocument/2006/relationships/image" Target="../media/image10.jpeg"/></Relationships>
</file>

<file path=ppt/slides/_rels/slide13.xml.rels><?xml version="1.0" encoding="UTF-8" standalone="yes"?>
<Relationships xmlns="http://schemas.openxmlformats.org/package/2006/relationships"><Relationship Id="rId8" Type="http://schemas.openxmlformats.org/officeDocument/2006/relationships/tags" Target="../tags/tag134.xml"/><Relationship Id="rId13" Type="http://schemas.openxmlformats.org/officeDocument/2006/relationships/tags" Target="../tags/tag139.xml"/><Relationship Id="rId18" Type="http://schemas.openxmlformats.org/officeDocument/2006/relationships/image" Target="../media/image4.svg"/><Relationship Id="rId3" Type="http://schemas.openxmlformats.org/officeDocument/2006/relationships/tags" Target="../tags/tag129.xml"/><Relationship Id="rId7" Type="http://schemas.openxmlformats.org/officeDocument/2006/relationships/tags" Target="../tags/tag133.xml"/><Relationship Id="rId12" Type="http://schemas.openxmlformats.org/officeDocument/2006/relationships/tags" Target="../tags/tag138.xml"/><Relationship Id="rId17" Type="http://schemas.openxmlformats.org/officeDocument/2006/relationships/image" Target="../media/image3.png"/><Relationship Id="rId2" Type="http://schemas.openxmlformats.org/officeDocument/2006/relationships/tags" Target="../tags/tag128.xml"/><Relationship Id="rId16" Type="http://schemas.openxmlformats.org/officeDocument/2006/relationships/chart" Target="../charts/chart3.xml"/><Relationship Id="rId1" Type="http://schemas.openxmlformats.org/officeDocument/2006/relationships/tags" Target="../tags/tag127.xml"/><Relationship Id="rId6" Type="http://schemas.openxmlformats.org/officeDocument/2006/relationships/tags" Target="../tags/tag132.xml"/><Relationship Id="rId11" Type="http://schemas.openxmlformats.org/officeDocument/2006/relationships/tags" Target="../tags/tag137.xml"/><Relationship Id="rId5" Type="http://schemas.openxmlformats.org/officeDocument/2006/relationships/tags" Target="../tags/tag131.xml"/><Relationship Id="rId15" Type="http://schemas.openxmlformats.org/officeDocument/2006/relationships/notesSlide" Target="../notesSlides/notesSlide4.xml"/><Relationship Id="rId10" Type="http://schemas.openxmlformats.org/officeDocument/2006/relationships/tags" Target="../tags/tag136.xml"/><Relationship Id="rId4" Type="http://schemas.openxmlformats.org/officeDocument/2006/relationships/tags" Target="../tags/tag130.xml"/><Relationship Id="rId9" Type="http://schemas.openxmlformats.org/officeDocument/2006/relationships/tags" Target="../tags/tag135.xml"/><Relationship Id="rId14"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8" Type="http://schemas.openxmlformats.org/officeDocument/2006/relationships/tags" Target="../tags/tag147.xml"/><Relationship Id="rId13" Type="http://schemas.openxmlformats.org/officeDocument/2006/relationships/tags" Target="../tags/tag152.xml"/><Relationship Id="rId18" Type="http://schemas.openxmlformats.org/officeDocument/2006/relationships/image" Target="../media/image4.svg"/><Relationship Id="rId3" Type="http://schemas.openxmlformats.org/officeDocument/2006/relationships/tags" Target="../tags/tag142.xml"/><Relationship Id="rId7" Type="http://schemas.openxmlformats.org/officeDocument/2006/relationships/tags" Target="../tags/tag146.xml"/><Relationship Id="rId12" Type="http://schemas.openxmlformats.org/officeDocument/2006/relationships/tags" Target="../tags/tag151.xml"/><Relationship Id="rId17" Type="http://schemas.openxmlformats.org/officeDocument/2006/relationships/image" Target="../media/image3.png"/><Relationship Id="rId2" Type="http://schemas.openxmlformats.org/officeDocument/2006/relationships/tags" Target="../tags/tag141.xml"/><Relationship Id="rId16" Type="http://schemas.openxmlformats.org/officeDocument/2006/relationships/image" Target="../media/image2.emf"/><Relationship Id="rId1" Type="http://schemas.openxmlformats.org/officeDocument/2006/relationships/tags" Target="../tags/tag140.xml"/><Relationship Id="rId6" Type="http://schemas.openxmlformats.org/officeDocument/2006/relationships/tags" Target="../tags/tag145.xml"/><Relationship Id="rId11" Type="http://schemas.openxmlformats.org/officeDocument/2006/relationships/tags" Target="../tags/tag150.xml"/><Relationship Id="rId5" Type="http://schemas.openxmlformats.org/officeDocument/2006/relationships/tags" Target="../tags/tag144.xml"/><Relationship Id="rId15" Type="http://schemas.openxmlformats.org/officeDocument/2006/relationships/oleObject" Target="../embeddings/oleObject8.bin"/><Relationship Id="rId10" Type="http://schemas.openxmlformats.org/officeDocument/2006/relationships/tags" Target="../tags/tag149.xml"/><Relationship Id="rId4" Type="http://schemas.openxmlformats.org/officeDocument/2006/relationships/tags" Target="../tags/tag143.xml"/><Relationship Id="rId9" Type="http://schemas.openxmlformats.org/officeDocument/2006/relationships/tags" Target="../tags/tag148.xml"/><Relationship Id="rId14"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8" Type="http://schemas.openxmlformats.org/officeDocument/2006/relationships/tags" Target="../tags/tag160.xml"/><Relationship Id="rId13" Type="http://schemas.openxmlformats.org/officeDocument/2006/relationships/image" Target="../media/image3.png"/><Relationship Id="rId3" Type="http://schemas.openxmlformats.org/officeDocument/2006/relationships/tags" Target="../tags/tag155.xml"/><Relationship Id="rId7" Type="http://schemas.openxmlformats.org/officeDocument/2006/relationships/tags" Target="../tags/tag159.xml"/><Relationship Id="rId12" Type="http://schemas.openxmlformats.org/officeDocument/2006/relationships/slideLayout" Target="../slideLayouts/slideLayout15.xml"/><Relationship Id="rId2" Type="http://schemas.openxmlformats.org/officeDocument/2006/relationships/tags" Target="../tags/tag154.xml"/><Relationship Id="rId1" Type="http://schemas.openxmlformats.org/officeDocument/2006/relationships/tags" Target="../tags/tag153.xml"/><Relationship Id="rId6" Type="http://schemas.openxmlformats.org/officeDocument/2006/relationships/tags" Target="../tags/tag158.xml"/><Relationship Id="rId11" Type="http://schemas.openxmlformats.org/officeDocument/2006/relationships/tags" Target="../tags/tag163.xml"/><Relationship Id="rId5" Type="http://schemas.openxmlformats.org/officeDocument/2006/relationships/tags" Target="../tags/tag157.xml"/><Relationship Id="rId10" Type="http://schemas.openxmlformats.org/officeDocument/2006/relationships/tags" Target="../tags/tag162.xml"/><Relationship Id="rId4" Type="http://schemas.openxmlformats.org/officeDocument/2006/relationships/tags" Target="../tags/tag156.xml"/><Relationship Id="rId9" Type="http://schemas.openxmlformats.org/officeDocument/2006/relationships/tags" Target="../tags/tag161.xml"/><Relationship Id="rId14" Type="http://schemas.openxmlformats.org/officeDocument/2006/relationships/image" Target="../media/image4.svg"/></Relationships>
</file>

<file path=ppt/slides/_rels/slide16.xml.rels><?xml version="1.0" encoding="UTF-8" standalone="yes"?>
<Relationships xmlns="http://schemas.openxmlformats.org/package/2006/relationships"><Relationship Id="rId8" Type="http://schemas.openxmlformats.org/officeDocument/2006/relationships/tags" Target="../tags/tag171.xml"/><Relationship Id="rId13" Type="http://schemas.openxmlformats.org/officeDocument/2006/relationships/image" Target="../media/image11.jpeg"/><Relationship Id="rId3" Type="http://schemas.openxmlformats.org/officeDocument/2006/relationships/tags" Target="../tags/tag166.xml"/><Relationship Id="rId7" Type="http://schemas.openxmlformats.org/officeDocument/2006/relationships/tags" Target="../tags/tag170.xml"/><Relationship Id="rId12" Type="http://schemas.openxmlformats.org/officeDocument/2006/relationships/slideLayout" Target="../slideLayouts/slideLayout16.xml"/><Relationship Id="rId2" Type="http://schemas.openxmlformats.org/officeDocument/2006/relationships/tags" Target="../tags/tag165.xml"/><Relationship Id="rId16" Type="http://schemas.openxmlformats.org/officeDocument/2006/relationships/image" Target="../media/image4.svg"/><Relationship Id="rId1" Type="http://schemas.openxmlformats.org/officeDocument/2006/relationships/tags" Target="../tags/tag164.xml"/><Relationship Id="rId6" Type="http://schemas.openxmlformats.org/officeDocument/2006/relationships/tags" Target="../tags/tag169.xml"/><Relationship Id="rId11" Type="http://schemas.openxmlformats.org/officeDocument/2006/relationships/tags" Target="../tags/tag174.xml"/><Relationship Id="rId5" Type="http://schemas.openxmlformats.org/officeDocument/2006/relationships/tags" Target="../tags/tag168.xml"/><Relationship Id="rId15" Type="http://schemas.openxmlformats.org/officeDocument/2006/relationships/image" Target="../media/image3.png"/><Relationship Id="rId10" Type="http://schemas.openxmlformats.org/officeDocument/2006/relationships/tags" Target="../tags/tag173.xml"/><Relationship Id="rId4" Type="http://schemas.openxmlformats.org/officeDocument/2006/relationships/tags" Target="../tags/tag167.xml"/><Relationship Id="rId9" Type="http://schemas.openxmlformats.org/officeDocument/2006/relationships/tags" Target="../tags/tag172.xml"/><Relationship Id="rId14" Type="http://schemas.openxmlformats.org/officeDocument/2006/relationships/image" Target="../media/image12.jpeg"/></Relationships>
</file>

<file path=ppt/slides/_rels/slide17.xml.rels><?xml version="1.0" encoding="UTF-8" standalone="yes"?>
<Relationships xmlns="http://schemas.openxmlformats.org/package/2006/relationships"><Relationship Id="rId8" Type="http://schemas.openxmlformats.org/officeDocument/2006/relationships/tags" Target="../tags/tag182.xml"/><Relationship Id="rId13" Type="http://schemas.openxmlformats.org/officeDocument/2006/relationships/tags" Target="../tags/tag187.xml"/><Relationship Id="rId3" Type="http://schemas.openxmlformats.org/officeDocument/2006/relationships/tags" Target="../tags/tag177.xml"/><Relationship Id="rId7" Type="http://schemas.openxmlformats.org/officeDocument/2006/relationships/tags" Target="../tags/tag181.xml"/><Relationship Id="rId12" Type="http://schemas.openxmlformats.org/officeDocument/2006/relationships/tags" Target="../tags/tag186.xml"/><Relationship Id="rId2" Type="http://schemas.openxmlformats.org/officeDocument/2006/relationships/tags" Target="../tags/tag176.xml"/><Relationship Id="rId16" Type="http://schemas.openxmlformats.org/officeDocument/2006/relationships/image" Target="../media/image4.svg"/><Relationship Id="rId1" Type="http://schemas.openxmlformats.org/officeDocument/2006/relationships/tags" Target="../tags/tag175.xml"/><Relationship Id="rId6" Type="http://schemas.openxmlformats.org/officeDocument/2006/relationships/tags" Target="../tags/tag180.xml"/><Relationship Id="rId11" Type="http://schemas.openxmlformats.org/officeDocument/2006/relationships/tags" Target="../tags/tag185.xml"/><Relationship Id="rId5" Type="http://schemas.openxmlformats.org/officeDocument/2006/relationships/tags" Target="../tags/tag179.xml"/><Relationship Id="rId15" Type="http://schemas.openxmlformats.org/officeDocument/2006/relationships/image" Target="../media/image3.png"/><Relationship Id="rId10" Type="http://schemas.openxmlformats.org/officeDocument/2006/relationships/tags" Target="../tags/tag184.xml"/><Relationship Id="rId4" Type="http://schemas.openxmlformats.org/officeDocument/2006/relationships/tags" Target="../tags/tag178.xml"/><Relationship Id="rId9" Type="http://schemas.openxmlformats.org/officeDocument/2006/relationships/tags" Target="../tags/tag183.xml"/><Relationship Id="rId14"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8" Type="http://schemas.openxmlformats.org/officeDocument/2006/relationships/tags" Target="../tags/tag195.xml"/><Relationship Id="rId13" Type="http://schemas.openxmlformats.org/officeDocument/2006/relationships/tags" Target="../tags/tag200.xml"/><Relationship Id="rId18" Type="http://schemas.openxmlformats.org/officeDocument/2006/relationships/image" Target="../media/image15.png"/><Relationship Id="rId3" Type="http://schemas.openxmlformats.org/officeDocument/2006/relationships/tags" Target="../tags/tag190.xml"/><Relationship Id="rId21" Type="http://schemas.openxmlformats.org/officeDocument/2006/relationships/image" Target="../media/image18.svg"/><Relationship Id="rId7" Type="http://schemas.openxmlformats.org/officeDocument/2006/relationships/tags" Target="../tags/tag194.xml"/><Relationship Id="rId12" Type="http://schemas.openxmlformats.org/officeDocument/2006/relationships/tags" Target="../tags/tag199.xml"/><Relationship Id="rId17" Type="http://schemas.openxmlformats.org/officeDocument/2006/relationships/image" Target="../media/image14.svg"/><Relationship Id="rId2" Type="http://schemas.openxmlformats.org/officeDocument/2006/relationships/tags" Target="../tags/tag189.xml"/><Relationship Id="rId16" Type="http://schemas.openxmlformats.org/officeDocument/2006/relationships/image" Target="../media/image13.png"/><Relationship Id="rId20" Type="http://schemas.openxmlformats.org/officeDocument/2006/relationships/image" Target="../media/image17.png"/><Relationship Id="rId1" Type="http://schemas.openxmlformats.org/officeDocument/2006/relationships/tags" Target="../tags/tag188.xml"/><Relationship Id="rId6" Type="http://schemas.openxmlformats.org/officeDocument/2006/relationships/tags" Target="../tags/tag193.xml"/><Relationship Id="rId11" Type="http://schemas.openxmlformats.org/officeDocument/2006/relationships/tags" Target="../tags/tag198.xml"/><Relationship Id="rId5" Type="http://schemas.openxmlformats.org/officeDocument/2006/relationships/tags" Target="../tags/tag192.xml"/><Relationship Id="rId15" Type="http://schemas.openxmlformats.org/officeDocument/2006/relationships/slideLayout" Target="../slideLayouts/slideLayout18.xml"/><Relationship Id="rId23" Type="http://schemas.openxmlformats.org/officeDocument/2006/relationships/image" Target="../media/image4.svg"/><Relationship Id="rId10" Type="http://schemas.openxmlformats.org/officeDocument/2006/relationships/tags" Target="../tags/tag197.xml"/><Relationship Id="rId19" Type="http://schemas.openxmlformats.org/officeDocument/2006/relationships/image" Target="../media/image16.svg"/><Relationship Id="rId4" Type="http://schemas.openxmlformats.org/officeDocument/2006/relationships/tags" Target="../tags/tag191.xml"/><Relationship Id="rId9" Type="http://schemas.openxmlformats.org/officeDocument/2006/relationships/tags" Target="../tags/tag196.xml"/><Relationship Id="rId14" Type="http://schemas.openxmlformats.org/officeDocument/2006/relationships/tags" Target="../tags/tag201.xml"/><Relationship Id="rId22" Type="http://schemas.openxmlformats.org/officeDocument/2006/relationships/image" Target="../media/image3.png"/></Relationships>
</file>

<file path=ppt/slides/_rels/slide19.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tags" Target="../tags/tag204.xml"/><Relationship Id="rId7" Type="http://schemas.openxmlformats.org/officeDocument/2006/relationships/slideLayout" Target="../slideLayouts/slideLayout19.xml"/><Relationship Id="rId2" Type="http://schemas.openxmlformats.org/officeDocument/2006/relationships/tags" Target="../tags/tag203.xml"/><Relationship Id="rId1" Type="http://schemas.openxmlformats.org/officeDocument/2006/relationships/tags" Target="../tags/tag202.xml"/><Relationship Id="rId6" Type="http://schemas.openxmlformats.org/officeDocument/2006/relationships/tags" Target="../tags/tag207.xml"/><Relationship Id="rId5" Type="http://schemas.openxmlformats.org/officeDocument/2006/relationships/tags" Target="../tags/tag206.xml"/><Relationship Id="rId10" Type="http://schemas.openxmlformats.org/officeDocument/2006/relationships/image" Target="../media/image4.svg"/><Relationship Id="rId4" Type="http://schemas.openxmlformats.org/officeDocument/2006/relationships/tags" Target="../tags/tag205.xml"/><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1F77B6A-7F53-4B28-B73D-C8CC899AB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24E124-D334-7962-D080-4695418A9ECC}"/>
              </a:ext>
            </a:extLst>
          </p:cNvPr>
          <p:cNvSpPr>
            <a:spLocks noGrp="1"/>
          </p:cNvSpPr>
          <p:nvPr>
            <p:ph type="ctrTitle"/>
            <p:custDataLst>
              <p:tags r:id="rId2"/>
            </p:custDataLst>
          </p:nvPr>
        </p:nvSpPr>
        <p:spPr>
          <a:xfrm>
            <a:off x="6726578" y="685680"/>
            <a:ext cx="4203323" cy="3596201"/>
          </a:xfrm>
        </p:spPr>
        <p:txBody>
          <a:bodyPr vert="horz" lIns="91440" tIns="45720" rIns="91440" bIns="45720" rtlCol="0" anchor="b">
            <a:normAutofit/>
          </a:bodyPr>
          <a:lstStyle/>
          <a:p>
            <a:pPr algn="r" defTabSz="914400"/>
            <a:r>
              <a:rPr lang="en-US" sz="5400" kern="1200">
                <a:solidFill>
                  <a:schemeClr val="bg1"/>
                </a:solidFill>
                <a:latin typeface="+mj-lt"/>
                <a:ea typeface="+mj-ea"/>
                <a:cs typeface="+mj-cs"/>
              </a:rPr>
              <a:t>Job Trend Analysis: Insights &amp; Impacts</a:t>
            </a:r>
          </a:p>
        </p:txBody>
      </p:sp>
      <p:sp>
        <p:nvSpPr>
          <p:cNvPr id="3" name="Subtitle 2">
            <a:extLst>
              <a:ext uri="{FF2B5EF4-FFF2-40B4-BE49-F238E27FC236}">
                <a16:creationId xmlns:a16="http://schemas.microsoft.com/office/drawing/2014/main" id="{C6A0F976-02A3-7F7A-1643-1F2BBA987641}"/>
              </a:ext>
            </a:extLst>
          </p:cNvPr>
          <p:cNvSpPr>
            <a:spLocks noGrp="1"/>
          </p:cNvSpPr>
          <p:nvPr>
            <p:ph type="subTitle" idx="1"/>
            <p:custDataLst>
              <p:tags r:id="rId3"/>
            </p:custDataLst>
          </p:nvPr>
        </p:nvSpPr>
        <p:spPr>
          <a:xfrm>
            <a:off x="6726578" y="4373955"/>
            <a:ext cx="4203323" cy="1143291"/>
          </a:xfrm>
        </p:spPr>
        <p:txBody>
          <a:bodyPr vert="horz" lIns="91440" tIns="45720" rIns="91440" bIns="45720" rtlCol="0">
            <a:normAutofit/>
          </a:bodyPr>
          <a:lstStyle/>
          <a:p>
            <a:pPr algn="r" defTabSz="914400">
              <a:lnSpc>
                <a:spcPct val="90000"/>
              </a:lnSpc>
              <a:spcBef>
                <a:spcPts val="1000"/>
              </a:spcBef>
            </a:pPr>
            <a:r>
              <a:rPr lang="en-US" sz="2000" kern="1200">
                <a:solidFill>
                  <a:schemeClr val="bg1"/>
                </a:solidFill>
                <a:latin typeface="+mn-lt"/>
                <a:ea typeface="+mn-ea"/>
                <a:cs typeface="+mn-cs"/>
              </a:rPr>
              <a:t>April 26, 2025</a:t>
            </a:r>
          </a:p>
        </p:txBody>
      </p:sp>
      <p:grpSp>
        <p:nvGrpSpPr>
          <p:cNvPr id="53" name="Group 52">
            <a:extLst>
              <a:ext uri="{FF2B5EF4-FFF2-40B4-BE49-F238E27FC236}">
                <a16:creationId xmlns:a16="http://schemas.microsoft.com/office/drawing/2014/main" id="{2515629F-0D83-4A44-A125-CD50FC660A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013" y="1361348"/>
            <a:ext cx="4833902" cy="4258176"/>
            <a:chOff x="1674895" y="1345036"/>
            <a:chExt cx="5428610" cy="4210939"/>
          </a:xfrm>
        </p:grpSpPr>
        <p:sp>
          <p:nvSpPr>
            <p:cNvPr id="54" name="Rectangle 53">
              <a:extLst>
                <a:ext uri="{FF2B5EF4-FFF2-40B4-BE49-F238E27FC236}">
                  <a16:creationId xmlns:a16="http://schemas.microsoft.com/office/drawing/2014/main" id="{81A5080B-EAC4-4530-815C-DE8DACA09D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14667345-04B5-4757-9CE0-969DC1DE5E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7" name="Freeform: Shape 56">
            <a:extLst>
              <a:ext uri="{FF2B5EF4-FFF2-40B4-BE49-F238E27FC236}">
                <a16:creationId xmlns:a16="http://schemas.microsoft.com/office/drawing/2014/main" id="{F6E412EF-CF39-4C25-85B0-DB30B1B0A8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8003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59" name="Freeform: Shape 58">
            <a:extLst>
              <a:ext uri="{FF2B5EF4-FFF2-40B4-BE49-F238E27FC236}">
                <a16:creationId xmlns:a16="http://schemas.microsoft.com/office/drawing/2014/main" id="{E8DA6235-17F2-4C9E-88C6-C5D38D8D3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76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61" name="Rectangle 60">
            <a:extLst>
              <a:ext uri="{FF2B5EF4-FFF2-40B4-BE49-F238E27FC236}">
                <a16:creationId xmlns:a16="http://schemas.microsoft.com/office/drawing/2014/main" id="{B55DEF71-1741-4489-8E77-46FC5BAA6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69494" y="1220741"/>
            <a:ext cx="4833901" cy="4258176"/>
          </a:xfrm>
          <a:prstGeom prst="rect">
            <a:avLst/>
          </a:prstGeom>
          <a:solidFill>
            <a:schemeClr val="tx1"/>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82347B6D-A7CC-48EB-861F-917D0D61E3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69494" y="1220741"/>
            <a:ext cx="4833901" cy="4258176"/>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A7A0A46D-CC9B-4E32-870A-7BC2DF940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7284" y="4357092"/>
            <a:ext cx="319941" cy="31994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67" name="Oval 66">
            <a:extLst>
              <a:ext uri="{FF2B5EF4-FFF2-40B4-BE49-F238E27FC236}">
                <a16:creationId xmlns:a16="http://schemas.microsoft.com/office/drawing/2014/main" id="{9178722E-1BD0-427E-BAAE-4F206DAB58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7284" y="4357092"/>
            <a:ext cx="319941" cy="31994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69" name="Graphic 212">
            <a:extLst>
              <a:ext uri="{FF2B5EF4-FFF2-40B4-BE49-F238E27FC236}">
                <a16:creationId xmlns:a16="http://schemas.microsoft.com/office/drawing/2014/main" id="{A753B935-E3DD-466D-BFAC-68E0BE02D0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1971" y="858936"/>
            <a:ext cx="693403" cy="693403"/>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1" name="Graphic 212">
            <a:extLst>
              <a:ext uri="{FF2B5EF4-FFF2-40B4-BE49-F238E27FC236}">
                <a16:creationId xmlns:a16="http://schemas.microsoft.com/office/drawing/2014/main" id="{FB034F26-4148-4B59-B493-14D7A9A8B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1971" y="858936"/>
            <a:ext cx="693403" cy="693403"/>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73" name="Graphic 185">
            <a:extLst>
              <a:ext uri="{FF2B5EF4-FFF2-40B4-BE49-F238E27FC236}">
                <a16:creationId xmlns:a16="http://schemas.microsoft.com/office/drawing/2014/main" id="{5E6BB5FD-DB7B-4BE3-BA45-1EF042115E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74" name="Freeform: Shape 73">
              <a:extLst>
                <a:ext uri="{FF2B5EF4-FFF2-40B4-BE49-F238E27FC236}">
                  <a16:creationId xmlns:a16="http://schemas.microsoft.com/office/drawing/2014/main" id="{9929FF76-4B3A-4294-BE6E-B507B22D1B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253C18A4-10CC-4E91-A8A2-D5368972A1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6356AC2F-73E0-44FD-B346-A209D274D3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95A85581-9712-414C-82D4-2FE96ACB2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1B0828F2-35E7-4424-8082-6C258B676E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Picture Placeholder 4">
            <a:extLst>
              <a:ext uri="{FF2B5EF4-FFF2-40B4-BE49-F238E27FC236}">
                <a16:creationId xmlns:a16="http://schemas.microsoft.com/office/drawing/2014/main" id="{33289D2C-7519-86D9-4AB6-ADD4A393B175}"/>
              </a:ext>
            </a:extLst>
          </p:cNvPr>
          <p:cNvSpPr>
            <a:spLocks noGrp="1"/>
          </p:cNvSpPr>
          <p:nvPr>
            <p:ph type="pic" sz="quarter" idx="13"/>
          </p:nvPr>
        </p:nvSpPr>
        <p:spPr/>
        <p:txBody>
          <a:bodyPr/>
          <a:lstStyle/>
          <a:p>
            <a:endParaRPr lang="en-US"/>
          </a:p>
        </p:txBody>
      </p:sp>
    </p:spTree>
    <p:custDataLst>
      <p:tags r:id="rId1"/>
    </p:custDataLst>
    <p:extLst>
      <p:ext uri="{BB962C8B-B14F-4D97-AF65-F5344CB8AC3E}">
        <p14:creationId xmlns:p14="http://schemas.microsoft.com/office/powerpoint/2010/main" val="3427299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AEBFCD5-5356-4326-8D39-8235A46CD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0809" y="1187311"/>
            <a:ext cx="5089552" cy="4483379"/>
          </a:xfrm>
          <a:prstGeom prst="rect">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6814848-248A-47DD-88E0-95099D951E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301" y="1178924"/>
            <a:ext cx="5089552" cy="4483379"/>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18BDA89-0D2C-4C4E-99F6-D7A220FE48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3787" y="1130846"/>
            <a:ext cx="5039475" cy="4439266"/>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aphic 38">
            <a:extLst>
              <a:ext uri="{FF2B5EF4-FFF2-40B4-BE49-F238E27FC236}">
                <a16:creationId xmlns:a16="http://schemas.microsoft.com/office/drawing/2014/main" id="{6B67BE95-96EF-433C-9F29-B0732AA6B6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3040" y="1424181"/>
            <a:ext cx="1355538" cy="503582"/>
            <a:chOff x="2267504" y="2540250"/>
            <a:chExt cx="1990951" cy="739640"/>
          </a:xfrm>
          <a:solidFill>
            <a:schemeClr val="bg1"/>
          </a:solidFill>
        </p:grpSpPr>
        <p:sp>
          <p:nvSpPr>
            <p:cNvPr id="19" name="Freeform: Shape 18">
              <a:extLst>
                <a:ext uri="{FF2B5EF4-FFF2-40B4-BE49-F238E27FC236}">
                  <a16:creationId xmlns:a16="http://schemas.microsoft.com/office/drawing/2014/main" id="{AD324976-1596-4B76-A61C-5626816B24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C44DEF24-FB22-48A2-8257-B97AD7E1AA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22" name="Graphic 212">
            <a:extLst>
              <a:ext uri="{FF2B5EF4-FFF2-40B4-BE49-F238E27FC236}">
                <a16:creationId xmlns:a16="http://schemas.microsoft.com/office/drawing/2014/main" id="{7CE98B01-ED41-482F-AFA1-19C7FA7C04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02502" y="629793"/>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4" name="Graphic 212">
            <a:extLst>
              <a:ext uri="{FF2B5EF4-FFF2-40B4-BE49-F238E27FC236}">
                <a16:creationId xmlns:a16="http://schemas.microsoft.com/office/drawing/2014/main" id="{B9CABDD0-8DF6-4974-A224-9A2A81778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02502" y="629793"/>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6" name="Graphic 4">
            <a:extLst>
              <a:ext uri="{FF2B5EF4-FFF2-40B4-BE49-F238E27FC236}">
                <a16:creationId xmlns:a16="http://schemas.microsoft.com/office/drawing/2014/main" id="{D6E8B984-55B9-4A62-A043-997D00F0A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532680" y="5188771"/>
            <a:ext cx="1076787" cy="1076789"/>
            <a:chOff x="5829300" y="3162300"/>
            <a:chExt cx="532256" cy="532257"/>
          </a:xfrm>
          <a:solidFill>
            <a:schemeClr val="bg1"/>
          </a:solidFill>
        </p:grpSpPr>
        <p:sp>
          <p:nvSpPr>
            <p:cNvPr id="27" name="Freeform: Shape 26">
              <a:extLst>
                <a:ext uri="{FF2B5EF4-FFF2-40B4-BE49-F238E27FC236}">
                  <a16:creationId xmlns:a16="http://schemas.microsoft.com/office/drawing/2014/main" id="{D4FAF4A8-82EB-4F6F-B601-43EBF0BD12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6F2473F-E069-4558-9B41-E285BBE030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FC9A4A76-2C9F-486C-9663-6A30A022DE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8431DC7-D4CB-479A-AFA4-5B0C597A2E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30755DA1-6F28-4612-A4A7-B915468C6D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4616ED79-5475-49E6-A5FE-8D9DB12FB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1DCEB47-7140-4682-8DBF-7667BE28F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EA931BD3-5A56-42F2-B6B5-647B28D1CF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820E4C8E-4190-498D-9556-6DA668A81F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54B2F30F-0B57-4D60-A087-CD6A471F68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C5E8C73-ED41-4214-AEE6-3C5F493846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B1F94534-FE3E-476C-870B-E714E4A66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8DE6C1B0-4D58-4937-B2B7-B1207CA18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1"/>
            </p:custDataLst>
          </p:nvPr>
        </p:nvSpPr>
        <p:spPr>
          <a:xfrm>
            <a:off x="838200" y="1391619"/>
            <a:ext cx="4905401" cy="4042196"/>
          </a:xfrm>
        </p:spPr>
        <p:txBody>
          <a:bodyPr>
            <a:normAutofit/>
          </a:bodyPr>
          <a:lstStyle/>
          <a:p>
            <a:pPr algn="ctr"/>
            <a:r>
              <a:rPr lang="en-US">
                <a:solidFill>
                  <a:schemeClr val="bg1"/>
                </a:solidFill>
              </a:rPr>
              <a:t>Agenda</a:t>
            </a:r>
          </a:p>
        </p:txBody>
      </p:sp>
      <p:sp>
        <p:nvSpPr>
          <p:cNvPr id="5" name="Content Placeholder 4">
            <a:extLst>
              <a:ext uri="{FF2B5EF4-FFF2-40B4-BE49-F238E27FC236}">
                <a16:creationId xmlns:a16="http://schemas.microsoft.com/office/drawing/2014/main" id="{49567922-F16D-ADA1-AF4D-B5436EAC2F7F}"/>
              </a:ext>
            </a:extLst>
          </p:cNvPr>
          <p:cNvSpPr>
            <a:spLocks noGrp="1"/>
          </p:cNvSpPr>
          <p:nvPr>
            <p:ph idx="1"/>
            <p:custDataLst>
              <p:tags r:id="rId2"/>
            </p:custDataLst>
          </p:nvPr>
        </p:nvSpPr>
        <p:spPr>
          <a:xfrm>
            <a:off x="6477270" y="1130846"/>
            <a:ext cx="4974771" cy="4351338"/>
          </a:xfrm>
        </p:spPr>
        <p:txBody>
          <a:bodyPr numCol="2">
            <a:normAutofit/>
          </a:bodyPr>
          <a:lstStyle/>
          <a:p>
            <a:pPr>
              <a:lnSpc>
                <a:spcPct val="140000"/>
              </a:lnSpc>
              <a:buClr>
                <a:schemeClr val="accent1"/>
              </a:buClr>
            </a:pPr>
            <a:r>
              <a:rPr lang="en-US" sz="1100" dirty="0">
                <a:solidFill>
                  <a:schemeClr val="bg1"/>
                </a:solidFill>
              </a:rPr>
              <a:t>Executive Summary: Job Trend Analysis
Why Job Trend Analysis Matters
Project Goals and Stakeholders
Data Sources and Methodology
Snapshot of the Dataset
Key Findings: Growing Job Roles
Emerging Opportunities Across Sectors
In-Demand Skills: What Employers Seek
Skill Frequency in Job Postings
The Role of Soft Skills
Salary Trends by Job Role
Salary Distribution and Career Progression
Clustering Insights: Machine Learning Analysis
Visualization of Job Role Clusters
Conclusions: Key Takeaways
Preparing for the Future Workforce
Empowering Your Career with Trends</a:t>
            </a:r>
          </a:p>
        </p:txBody>
      </p:sp>
      <p:sp>
        <p:nvSpPr>
          <p:cNvPr id="3" name="Rectangle 2">
            <a:extLst>
              <a:ext uri="{FF2B5EF4-FFF2-40B4-BE49-F238E27FC236}">
                <a16:creationId xmlns:a16="http://schemas.microsoft.com/office/drawing/2014/main" id="{39530926-5351-1AF7-15F4-9B8C34076032}"/>
              </a:ext>
            </a:extLst>
          </p:cNvPr>
          <p:cNvSpPr/>
          <p:nvPr>
            <p:custDataLst>
              <p:tags r:id="rId3"/>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4873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7F44B-66E8-7D8F-9328-AB7F41E6F8A6}"/>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47524BD1-5880-4DFA-D273-3EB6764397D3}"/>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5" imgW="7772400" imgH="10058400" progId="TCLayout.ActiveDocument.1">
                  <p:embed/>
                </p:oleObj>
              </mc:Choice>
              <mc:Fallback>
                <p:oleObj name="think-cell Slide" r:id="rId15" imgW="7772400" imgH="10058400" progId="TCLayout.ActiveDocument.1">
                  <p:embed/>
                  <p:pic>
                    <p:nvPicPr>
                      <p:cNvPr id="7" name="think-cell data - do not delete" hidden="1">
                        <a:extLst>
                          <a:ext uri="{FF2B5EF4-FFF2-40B4-BE49-F238E27FC236}">
                            <a16:creationId xmlns:a16="http://schemas.microsoft.com/office/drawing/2014/main" id="{47524BD1-5880-4DFA-D273-3EB6764397D3}"/>
                          </a:ext>
                        </a:extLst>
                      </p:cNvPr>
                      <p:cNvPicPr/>
                      <p:nvPr/>
                    </p:nvPicPr>
                    <p:blipFill>
                      <a:blip r:embed="rId16"/>
                      <a:stretch>
                        <a:fillRect/>
                      </a:stretch>
                    </p:blipFill>
                    <p:spPr>
                      <a:xfrm>
                        <a:off x="1588" y="1588"/>
                        <a:ext cx="1227" cy="1588"/>
                      </a:xfrm>
                      <a:prstGeom prst="rect">
                        <a:avLst/>
                      </a:prstGeom>
                    </p:spPr>
                  </p:pic>
                </p:oleObj>
              </mc:Fallback>
            </mc:AlternateContent>
          </a:graphicData>
        </a:graphic>
      </p:graphicFrame>
      <p:sp>
        <p:nvSpPr>
          <p:cNvPr id="9" name="Content Placeholder 25">
            <a:extLst>
              <a:ext uri="{FF2B5EF4-FFF2-40B4-BE49-F238E27FC236}">
                <a16:creationId xmlns:a16="http://schemas.microsoft.com/office/drawing/2014/main" id="{357BEB4D-B784-A3E3-49BA-AFFBAB5DCBE8}"/>
              </a:ext>
            </a:extLst>
          </p:cNvPr>
          <p:cNvSpPr txBox="1">
            <a:spLocks/>
          </p:cNvSpPr>
          <p:nvPr>
            <p:custDataLst>
              <p:tags r:id="rId3"/>
            </p:custDataLst>
          </p:nvPr>
        </p:nvSpPr>
        <p:spPr>
          <a:xfrm>
            <a:off x="9309103" y="1982357"/>
            <a:ext cx="2273296" cy="4296223"/>
          </a:xfrm>
          <a:prstGeom prst="rect">
            <a:avLst/>
          </a:prstGeom>
        </p:spPr>
        <p:txBody>
          <a:bodyPr vert="horz" lIns="91440" tIns="45720" rIns="91440" bIns="45720" rtlCol="0" anchor="ctr">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nSpc>
                <a:spcPct val="114000"/>
              </a:lnSpc>
              <a:buFont typeface="Arial" panose="020B0604020202020204" pitchFamily="34" charset="0"/>
              <a:buNone/>
            </a:pPr>
            <a:r>
              <a:rPr lang="en-US" sz="1400" noProof="1">
                <a:solidFill>
                  <a:schemeClr val="accent1"/>
                </a:solidFill>
              </a:rPr>
              <a:t>The job market is rapidly evolving with technology-driven roles leading growth, especially Data Scientist and Data Engineer positions. Key in-demand skills include Excel, Python, and cloud technologies. High salaries reflect strong demand across data roles, while continuous learning and collaboration among stakeholders are essential to prepare for future workforce needs.</a:t>
            </a:r>
          </a:p>
        </p:txBody>
      </p:sp>
      <p:sp>
        <p:nvSpPr>
          <p:cNvPr id="4" name="Title 3">
            <a:extLst>
              <a:ext uri="{FF2B5EF4-FFF2-40B4-BE49-F238E27FC236}">
                <a16:creationId xmlns:a16="http://schemas.microsoft.com/office/drawing/2014/main" id="{242EA455-3274-E9DB-1E42-3EA534EACA98}"/>
              </a:ext>
            </a:extLst>
          </p:cNvPr>
          <p:cNvSpPr>
            <a:spLocks noGrp="1"/>
          </p:cNvSpPr>
          <p:nvPr>
            <p:ph type="title"/>
            <p:custDataLst>
              <p:tags r:id="rId4"/>
            </p:custDataLst>
          </p:nvPr>
        </p:nvSpPr>
        <p:spPr>
          <a:xfrm>
            <a:off x="609600" y="700741"/>
            <a:ext cx="10972800" cy="787400"/>
          </a:xfrm>
        </p:spPr>
        <p:txBody>
          <a:bodyPr vert="horz" anchor="ctr">
            <a:normAutofit/>
          </a:bodyPr>
          <a:lstStyle/>
          <a:p>
            <a:pPr>
              <a:lnSpc>
                <a:spcPct val="85000"/>
              </a:lnSpc>
            </a:pPr>
            <a:r>
              <a:rPr lang="en-US" noProof="1"/>
              <a:t>Executive Summary: Job Trend Analysis</a:t>
            </a:r>
          </a:p>
        </p:txBody>
      </p:sp>
      <p:sp>
        <p:nvSpPr>
          <p:cNvPr id="24" name="Rectangle 23">
            <a:extLst>
              <a:ext uri="{FF2B5EF4-FFF2-40B4-BE49-F238E27FC236}">
                <a16:creationId xmlns:a16="http://schemas.microsoft.com/office/drawing/2014/main" id="{4F09413B-C6C1-62CD-BE0E-A9D56F00F798}"/>
              </a:ext>
            </a:extLst>
          </p:cNvPr>
          <p:cNvSpPr/>
          <p:nvPr>
            <p:custDataLst>
              <p:tags r:id="rId5"/>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2" name="TextBox 1">
            <a:extLst>
              <a:ext uri="{FF2B5EF4-FFF2-40B4-BE49-F238E27FC236}">
                <a16:creationId xmlns:a16="http://schemas.microsoft.com/office/drawing/2014/main" id="{8B7366A6-AE69-8A36-509B-061E6E3EC917}"/>
              </a:ext>
            </a:extLst>
          </p:cNvPr>
          <p:cNvSpPr txBox="1"/>
          <p:nvPr>
            <p:custDataLst>
              <p:tags r:id="rId6"/>
            </p:custDataLst>
          </p:nvPr>
        </p:nvSpPr>
        <p:spPr>
          <a:xfrm>
            <a:off x="609600" y="460338"/>
            <a:ext cx="2743200" cy="414150"/>
          </a:xfrm>
          <a:prstGeom prst="rect">
            <a:avLst/>
          </a:prstGeom>
          <a:noFill/>
        </p:spPr>
        <p:txBody>
          <a:bodyPr wrap="square">
            <a:spAutoFit/>
          </a:bodyPr>
          <a:lstStyle/>
          <a:p>
            <a:r>
              <a:rPr lang="en-US" sz="1400" noProof="1">
                <a:solidFill>
                  <a:schemeClr val="tx2"/>
                </a:solidFill>
              </a:rPr>
              <a:t>Overview</a:t>
            </a:r>
          </a:p>
        </p:txBody>
      </p:sp>
      <p:grpSp>
        <p:nvGrpSpPr>
          <p:cNvPr id="15" name="Group 14">
            <a:extLst>
              <a:ext uri="{FF2B5EF4-FFF2-40B4-BE49-F238E27FC236}">
                <a16:creationId xmlns:a16="http://schemas.microsoft.com/office/drawing/2014/main" id="{35D98A58-D153-7CB5-B0ED-AD5F348BF873}"/>
              </a:ext>
            </a:extLst>
          </p:cNvPr>
          <p:cNvGrpSpPr/>
          <p:nvPr/>
        </p:nvGrpSpPr>
        <p:grpSpPr>
          <a:xfrm>
            <a:off x="8964786" y="2179161"/>
            <a:ext cx="137160" cy="3903031"/>
            <a:chOff x="8285480" y="1882524"/>
            <a:chExt cx="137160" cy="3903031"/>
          </a:xfrm>
        </p:grpSpPr>
        <p:cxnSp>
          <p:nvCxnSpPr>
            <p:cNvPr id="11" name="Straight Connector 10">
              <a:extLst>
                <a:ext uri="{FF2B5EF4-FFF2-40B4-BE49-F238E27FC236}">
                  <a16:creationId xmlns:a16="http://schemas.microsoft.com/office/drawing/2014/main" id="{FEC58BEB-2CC9-E964-B52F-556C4F6B9178}"/>
                </a:ext>
              </a:extLst>
            </p:cNvPr>
            <p:cNvCxnSpPr>
              <a:cxnSpLocks/>
            </p:cNvCxnSpPr>
            <p:nvPr/>
          </p:nvCxnSpPr>
          <p:spPr>
            <a:xfrm>
              <a:off x="8331200" y="1882524"/>
              <a:ext cx="0" cy="1708736"/>
            </a:xfrm>
            <a:prstGeom prst="line">
              <a:avLst/>
            </a:prstGeom>
          </p:spPr>
          <p:style>
            <a:lnRef idx="2">
              <a:schemeClr val="accent1"/>
            </a:lnRef>
            <a:fillRef idx="0">
              <a:schemeClr val="accent1"/>
            </a:fillRef>
            <a:effectRef idx="1">
              <a:schemeClr val="accent1"/>
            </a:effectRef>
            <a:fontRef idx="minor">
              <a:schemeClr val="tx1"/>
            </a:fontRef>
          </p:style>
        </p:cxnSp>
        <p:sp>
          <p:nvSpPr>
            <p:cNvPr id="12" name="Triangle 11">
              <a:extLst>
                <a:ext uri="{FF2B5EF4-FFF2-40B4-BE49-F238E27FC236}">
                  <a16:creationId xmlns:a16="http://schemas.microsoft.com/office/drawing/2014/main" id="{78B59501-2B17-D813-A5CB-33C68863265C}"/>
                </a:ext>
              </a:extLst>
            </p:cNvPr>
            <p:cNvSpPr/>
            <p:nvPr/>
          </p:nvSpPr>
          <p:spPr>
            <a:xfrm rot="5400000">
              <a:off x="8253476" y="3764864"/>
              <a:ext cx="201168" cy="13716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cxnSp>
          <p:nvCxnSpPr>
            <p:cNvPr id="14" name="Straight Connector 13">
              <a:extLst>
                <a:ext uri="{FF2B5EF4-FFF2-40B4-BE49-F238E27FC236}">
                  <a16:creationId xmlns:a16="http://schemas.microsoft.com/office/drawing/2014/main" id="{C82B42B1-34C7-6319-8B25-9A73168B462D}"/>
                </a:ext>
              </a:extLst>
            </p:cNvPr>
            <p:cNvCxnSpPr>
              <a:cxnSpLocks/>
            </p:cNvCxnSpPr>
            <p:nvPr/>
          </p:nvCxnSpPr>
          <p:spPr>
            <a:xfrm>
              <a:off x="8331200" y="4075627"/>
              <a:ext cx="0" cy="1709928"/>
            </a:xfrm>
            <a:prstGeom prst="line">
              <a:avLst/>
            </a:prstGeom>
          </p:spPr>
          <p:style>
            <a:lnRef idx="2">
              <a:schemeClr val="accent1"/>
            </a:lnRef>
            <a:fillRef idx="0">
              <a:schemeClr val="accent1"/>
            </a:fillRef>
            <a:effectRef idx="1">
              <a:schemeClr val="accent1"/>
            </a:effectRef>
            <a:fontRef idx="minor">
              <a:schemeClr val="tx1"/>
            </a:fontRef>
          </p:style>
        </p:cxnSp>
      </p:grpSp>
      <p:sp>
        <p:nvSpPr>
          <p:cNvPr id="8" name="Text Placeholder 1">
            <a:extLst>
              <a:ext uri="{FF2B5EF4-FFF2-40B4-BE49-F238E27FC236}">
                <a16:creationId xmlns:a16="http://schemas.microsoft.com/office/drawing/2014/main" id="{05AA8847-78A6-4795-1A22-23BC2CCCC5A1}"/>
              </a:ext>
            </a:extLst>
          </p:cNvPr>
          <p:cNvSpPr>
            <a:spLocks noGrp="1"/>
          </p:cNvSpPr>
          <p:nvPr>
            <p:ph type="body" idx="1"/>
            <p:custDataLst>
              <p:tags r:id="rId7"/>
            </p:custDataLst>
          </p:nvPr>
        </p:nvSpPr>
        <p:spPr>
          <a:xfrm>
            <a:off x="609600" y="1982356"/>
            <a:ext cx="4023360" cy="494631"/>
          </a:xfrm>
        </p:spPr>
        <p:txBody>
          <a:bodyPr anchor="ctr">
            <a:normAutofit/>
          </a:bodyPr>
          <a:lstStyle/>
          <a:p>
            <a:r>
              <a:rPr lang="en-US" sz="1600" noProof="1">
                <a:solidFill>
                  <a:schemeClr val="tx1"/>
                </a:solidFill>
                <a:latin typeface="+mj-lt"/>
              </a:rPr>
              <a:t>Growing Roles and Market Trends</a:t>
            </a:r>
          </a:p>
        </p:txBody>
      </p:sp>
      <p:sp>
        <p:nvSpPr>
          <p:cNvPr id="10" name="Content Placeholder 2">
            <a:extLst>
              <a:ext uri="{FF2B5EF4-FFF2-40B4-BE49-F238E27FC236}">
                <a16:creationId xmlns:a16="http://schemas.microsoft.com/office/drawing/2014/main" id="{B046F0EC-5962-08DB-2149-D2850F0830D8}"/>
              </a:ext>
            </a:extLst>
          </p:cNvPr>
          <p:cNvSpPr>
            <a:spLocks noGrp="1"/>
          </p:cNvSpPr>
          <p:nvPr>
            <p:ph sz="half" idx="2"/>
            <p:custDataLst>
              <p:tags r:id="rId8"/>
            </p:custDataLst>
          </p:nvPr>
        </p:nvSpPr>
        <p:spPr>
          <a:xfrm>
            <a:off x="609600" y="2476988"/>
            <a:ext cx="4023360" cy="3801591"/>
          </a:xfrm>
        </p:spPr>
        <p:txBody>
          <a:bodyPr vert="horz" lIns="91440" tIns="45720" rIns="91440" bIns="45720" rtlCol="0">
            <a:normAutofit fontScale="92500"/>
          </a:bodyPr>
          <a:lstStyle/>
          <a:p>
            <a:pPr marL="393700" indent="-279400" fontAlgn="base">
              <a:lnSpc>
                <a:spcPct val="105000"/>
              </a:lnSpc>
              <a:spcBef>
                <a:spcPts val="800"/>
              </a:spcBef>
              <a:buClr>
                <a:schemeClr val="accent1"/>
              </a:buClr>
            </a:pPr>
            <a:r>
              <a:rPr lang="en-US" sz="1400" noProof="1"/>
              <a:t>Data Scientist and Data Engineer roles are the fastest growing in tech, with Data Scientists projected to grow by 36% this decade, reflecting widespread adoption of data-driven strategies.
Emerging roles such as AI specialists, information security analysts, and rapidly expanding healthcare and green energy jobs demonstrate growth beyond traditional tech sectors.
Technology acts as a catalyst across industries, driving job creation in diverse fields including healthcare and renewable energy.
The diversity in high-growth roles underscores the importance of cross-sector adaptability and continuous skill development to meet evolving market needs.</a:t>
            </a:r>
          </a:p>
        </p:txBody>
      </p:sp>
      <p:sp>
        <p:nvSpPr>
          <p:cNvPr id="13" name="Text Placeholder 6">
            <a:extLst>
              <a:ext uri="{FF2B5EF4-FFF2-40B4-BE49-F238E27FC236}">
                <a16:creationId xmlns:a16="http://schemas.microsoft.com/office/drawing/2014/main" id="{2D8FEE7F-3ECB-2ABA-E158-875C582D6894}"/>
              </a:ext>
            </a:extLst>
          </p:cNvPr>
          <p:cNvSpPr>
            <a:spLocks noGrp="1"/>
          </p:cNvSpPr>
          <p:nvPr>
            <p:ph type="body" sz="quarter" idx="3"/>
            <p:custDataLst>
              <p:tags r:id="rId9"/>
            </p:custDataLst>
          </p:nvPr>
        </p:nvSpPr>
        <p:spPr>
          <a:xfrm>
            <a:off x="4734270" y="1982356"/>
            <a:ext cx="4023360" cy="494631"/>
          </a:xfrm>
        </p:spPr>
        <p:txBody>
          <a:bodyPr anchor="ctr">
            <a:normAutofit/>
          </a:bodyPr>
          <a:lstStyle/>
          <a:p>
            <a:r>
              <a:rPr lang="en-US" sz="1600" noProof="1">
                <a:solidFill>
                  <a:schemeClr val="tx1"/>
                </a:solidFill>
                <a:latin typeface="+mj-lt"/>
              </a:rPr>
              <a:t>In-Demand Skills and Salary Insights</a:t>
            </a:r>
          </a:p>
        </p:txBody>
      </p:sp>
      <p:sp>
        <p:nvSpPr>
          <p:cNvPr id="16" name="Content Placeholder 7">
            <a:extLst>
              <a:ext uri="{FF2B5EF4-FFF2-40B4-BE49-F238E27FC236}">
                <a16:creationId xmlns:a16="http://schemas.microsoft.com/office/drawing/2014/main" id="{9C46C9F4-F484-688C-D1CE-22BA3D37E9ED}"/>
              </a:ext>
            </a:extLst>
          </p:cNvPr>
          <p:cNvSpPr>
            <a:spLocks noGrp="1"/>
          </p:cNvSpPr>
          <p:nvPr>
            <p:ph sz="quarter" idx="4"/>
            <p:custDataLst>
              <p:tags r:id="rId10"/>
            </p:custDataLst>
          </p:nvPr>
        </p:nvSpPr>
        <p:spPr>
          <a:xfrm>
            <a:off x="4734270" y="2476988"/>
            <a:ext cx="4023360" cy="3801591"/>
          </a:xfrm>
        </p:spPr>
        <p:txBody>
          <a:bodyPr vert="horz" lIns="91440" tIns="45720" rIns="91440" bIns="45720" rtlCol="0">
            <a:normAutofit fontScale="92500"/>
          </a:bodyPr>
          <a:lstStyle/>
          <a:p>
            <a:pPr marL="393700" indent="-279400" fontAlgn="base">
              <a:lnSpc>
                <a:spcPct val="105000"/>
              </a:lnSpc>
              <a:spcBef>
                <a:spcPts val="800"/>
              </a:spcBef>
              <a:buClr>
                <a:schemeClr val="accent1"/>
              </a:buClr>
            </a:pPr>
            <a:r>
              <a:rPr lang="en-US" sz="1400" noProof="1"/>
              <a:t>Excel remains the most frequently required skill, appearing in 64% of job postings, highlighting the enduring importance of fundamental data handling abilities.
Python leads among programming languages demanded by employers, with cloud platforms like AWS and big data tools such as Spark also highly sought after.
Advanced roles command premium salaries averaging around $220K, nearly double that of Data Analyst roles, indicating the value placed on specialized technical expertise.
Soft skills such as communication and adaptability complement technical skills, enhancing employability and effectiveness in data roles.</a:t>
            </a:r>
          </a:p>
        </p:txBody>
      </p:sp>
      <p:sp>
        <p:nvSpPr>
          <p:cNvPr id="18" name="Content Placeholder 25">
            <a:extLst>
              <a:ext uri="{FF2B5EF4-FFF2-40B4-BE49-F238E27FC236}">
                <a16:creationId xmlns:a16="http://schemas.microsoft.com/office/drawing/2014/main" id="{DB38BC95-FF83-90BC-3196-47FCDFF67850}"/>
              </a:ext>
            </a:extLst>
          </p:cNvPr>
          <p:cNvSpPr txBox="1">
            <a:spLocks/>
          </p:cNvSpPr>
          <p:nvPr>
            <p:custDataLst>
              <p:tags r:id="rId11"/>
            </p:custDataLst>
          </p:nvPr>
        </p:nvSpPr>
        <p:spPr>
          <a:xfrm>
            <a:off x="609600" y="1322153"/>
            <a:ext cx="10972800" cy="660620"/>
          </a:xfrm>
          <a:prstGeom prst="rect">
            <a:avLst/>
          </a:prstGeom>
          <a:noFill/>
        </p:spPr>
        <p:txBody>
          <a:bodyPr vert="horz" lIns="91440" tIns="45720" rIns="91440" bIns="45720" rtlCol="0" anchor="ctr">
            <a:no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nSpc>
                <a:spcPct val="100000"/>
              </a:lnSpc>
              <a:buFont typeface="Arial" panose="020B0604020202020204" pitchFamily="34" charset="0"/>
              <a:buNone/>
            </a:pPr>
            <a:r>
              <a:rPr lang="en-US" sz="1400" noProof="1">
                <a:solidFill>
                  <a:schemeClr val="tx2"/>
                </a:solidFill>
              </a:rPr>
              <a:t>This analysis explores the evolving job landscape shaped by technological advances and economic shifts. It identifies growing roles, key skills employers seek, and salary trends, providing insights for individuals and organizations to align strategies with future workforce demands.</a:t>
            </a:r>
          </a:p>
        </p:txBody>
      </p:sp>
      <p:grpSp>
        <p:nvGrpSpPr>
          <p:cNvPr id="3" name="Group 2">
            <a:extLst>
              <a:ext uri="{FF2B5EF4-FFF2-40B4-BE49-F238E27FC236}">
                <a16:creationId xmlns:a16="http://schemas.microsoft.com/office/drawing/2014/main" id="{2494FF7D-0FF7-119F-3262-74C89EE140E3}"/>
              </a:ext>
            </a:extLst>
          </p:cNvPr>
          <p:cNvGrpSpPr/>
          <p:nvPr>
            <p:custDataLst>
              <p:tags r:id="rId12"/>
            </p:custDataLst>
          </p:nvPr>
        </p:nvGrpSpPr>
        <p:grpSpPr>
          <a:xfrm>
            <a:off x="9440602" y="162617"/>
            <a:ext cx="2576145" cy="1301528"/>
            <a:chOff x="5326996" y="628184"/>
            <a:chExt cx="2576145" cy="1301528"/>
          </a:xfrm>
        </p:grpSpPr>
        <p:sp>
          <p:nvSpPr>
            <p:cNvPr id="6" name="Rounded Rectangle 5">
              <a:extLst>
                <a:ext uri="{FF2B5EF4-FFF2-40B4-BE49-F238E27FC236}">
                  <a16:creationId xmlns:a16="http://schemas.microsoft.com/office/drawing/2014/main" id="{304B9DF1-59D1-E206-98C9-89573FDBF1FD}"/>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solidFill>
                  <a:srgbClr val="100F19"/>
                </a:solidFill>
              </a:endParaRPr>
            </a:p>
          </p:txBody>
        </p:sp>
        <p:pic>
          <p:nvPicPr>
            <p:cNvPr id="17" name="Graphic 16">
              <a:extLst>
                <a:ext uri="{FF2B5EF4-FFF2-40B4-BE49-F238E27FC236}">
                  <a16:creationId xmlns:a16="http://schemas.microsoft.com/office/drawing/2014/main" id="{1CA99BE6-2A68-561E-56D1-23AC00455E54}"/>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440548" y="734271"/>
              <a:ext cx="219238" cy="219238"/>
            </a:xfrm>
            <a:prstGeom prst="rect">
              <a:avLst/>
            </a:prstGeom>
          </p:spPr>
        </p:pic>
        <p:sp>
          <p:nvSpPr>
            <p:cNvPr id="19" name="Freeform 18">
              <a:extLst>
                <a:ext uri="{FF2B5EF4-FFF2-40B4-BE49-F238E27FC236}">
                  <a16:creationId xmlns:a16="http://schemas.microsoft.com/office/drawing/2014/main" id="{F94D71E1-CF27-28BD-FA49-D0C900941B66}"/>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a:solidFill>
                  <a:srgbClr val="100F19"/>
                </a:solidFill>
              </a:endParaRPr>
            </a:p>
          </p:txBody>
        </p:sp>
      </p:grpSp>
      <p:sp>
        <p:nvSpPr>
          <p:cNvPr id="20" name="TextBox 19">
            <a:extLst>
              <a:ext uri="{FF2B5EF4-FFF2-40B4-BE49-F238E27FC236}">
                <a16:creationId xmlns:a16="http://schemas.microsoft.com/office/drawing/2014/main" id="{7F23E27C-DF66-9F24-5837-E4F4FFD068F2}"/>
              </a:ext>
            </a:extLst>
          </p:cNvPr>
          <p:cNvSpPr txBox="1"/>
          <p:nvPr>
            <p:custDataLst>
              <p:tags r:id="rId13"/>
            </p:custDataLst>
          </p:nvPr>
        </p:nvSpPr>
        <p:spPr>
          <a:xfrm>
            <a:off x="9552588" y="542869"/>
            <a:ext cx="2351599" cy="825024"/>
          </a:xfrm>
          <a:prstGeom prst="rect">
            <a:avLst/>
          </a:prstGeom>
          <a:noFill/>
        </p:spPr>
        <p:txBody>
          <a:bodyPr wrap="square" lIns="0" tIns="45720" rIns="0" bIns="0" rtlCol="0">
            <a:normAutofit/>
          </a:bodyPr>
          <a:lstStyle/>
          <a:p>
            <a:r>
              <a:rPr lang="en-US" sz="1100">
                <a:solidFill>
                  <a:srgbClr val="100F19"/>
                </a:solidFill>
                <a:latin typeface="Franklin Gothic Book" panose="020B0503020102020204" pitchFamily="34" charset="0"/>
              </a:rPr>
              <a:t>Customize the executive summary with specific regional or industry data relevant to your audience to increase engagement and relevance.</a:t>
            </a:r>
          </a:p>
        </p:txBody>
      </p:sp>
    </p:spTree>
    <p:custDataLst>
      <p:tags r:id="rId1"/>
    </p:custDataLst>
    <p:extLst>
      <p:ext uri="{BB962C8B-B14F-4D97-AF65-F5344CB8AC3E}">
        <p14:creationId xmlns:p14="http://schemas.microsoft.com/office/powerpoint/2010/main" val="3442606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7876C2-52C1-9AD7-E731-0F80036D9CA4}"/>
              </a:ext>
            </a:extLst>
          </p:cNvPr>
          <p:cNvSpPr txBox="1"/>
          <p:nvPr>
            <p:custDataLst>
              <p:tags r:id="rId1"/>
            </p:custDataLst>
          </p:nvPr>
        </p:nvSpPr>
        <p:spPr>
          <a:xfrm>
            <a:off x="609600" y="460338"/>
            <a:ext cx="5486400" cy="414150"/>
          </a:xfrm>
          <a:prstGeom prst="rect">
            <a:avLst/>
          </a:prstGeom>
          <a:noFill/>
        </p:spPr>
        <p:txBody>
          <a:bodyPr wrap="square">
            <a:spAutoFit/>
          </a:bodyPr>
          <a:lstStyle/>
          <a:p>
            <a:r>
              <a:rPr lang="en-US" sz="1400">
                <a:solidFill>
                  <a:schemeClr val="tx2"/>
                </a:solidFill>
              </a:rPr>
              <a:t>Importance</a:t>
            </a:r>
          </a:p>
        </p:txBody>
      </p:sp>
      <p:sp>
        <p:nvSpPr>
          <p:cNvPr id="13" name="Title 12">
            <a:extLst>
              <a:ext uri="{FF2B5EF4-FFF2-40B4-BE49-F238E27FC236}">
                <a16:creationId xmlns:a16="http://schemas.microsoft.com/office/drawing/2014/main" id="{869BE325-933C-3458-A19B-53CD410CACCF}"/>
              </a:ext>
            </a:extLst>
          </p:cNvPr>
          <p:cNvSpPr>
            <a:spLocks noGrp="1"/>
          </p:cNvSpPr>
          <p:nvPr>
            <p:ph type="title"/>
            <p:custDataLst>
              <p:tags r:id="rId2"/>
            </p:custDataLst>
          </p:nvPr>
        </p:nvSpPr>
        <p:spPr>
          <a:xfrm>
            <a:off x="609600" y="776645"/>
            <a:ext cx="4876448" cy="5461000"/>
          </a:xfrm>
        </p:spPr>
        <p:txBody>
          <a:bodyPr>
            <a:normAutofit/>
          </a:bodyPr>
          <a:lstStyle/>
          <a:p>
            <a:r>
              <a:rPr lang="en-US"/>
              <a:t>Why Job Trend Analysis Matters</a:t>
            </a:r>
          </a:p>
        </p:txBody>
      </p:sp>
      <p:sp>
        <p:nvSpPr>
          <p:cNvPr id="14" name="Content Placeholder 13">
            <a:extLst>
              <a:ext uri="{FF2B5EF4-FFF2-40B4-BE49-F238E27FC236}">
                <a16:creationId xmlns:a16="http://schemas.microsoft.com/office/drawing/2014/main" id="{AD45B313-6EE4-03CA-D638-C3B8F95A2D14}"/>
              </a:ext>
            </a:extLst>
          </p:cNvPr>
          <p:cNvSpPr>
            <a:spLocks noGrp="1"/>
          </p:cNvSpPr>
          <p:nvPr>
            <p:ph sz="half" idx="14"/>
            <p:custDataLst>
              <p:tags r:id="rId3"/>
            </p:custDataLst>
          </p:nvPr>
        </p:nvSpPr>
        <p:spPr>
          <a:xfrm>
            <a:off x="6096000" y="829289"/>
            <a:ext cx="5509515" cy="1463040"/>
          </a:xfrm>
        </p:spPr>
        <p:txBody>
          <a:bodyPr anchor="t">
            <a:normAutofit/>
          </a:bodyPr>
          <a:lstStyle/>
          <a:p>
            <a:pPr>
              <a:lnSpc>
                <a:spcPct val="114000"/>
              </a:lnSpc>
            </a:pPr>
            <a:r>
              <a:rPr lang="en-US"/>
              <a:t>Job trend analysis helps students and job seekers identify growing fields and essential skills, enabling informed decisions about education and career paths.</a:t>
            </a:r>
          </a:p>
        </p:txBody>
      </p:sp>
      <p:sp>
        <p:nvSpPr>
          <p:cNvPr id="15" name="Content Placeholder 14">
            <a:extLst>
              <a:ext uri="{FF2B5EF4-FFF2-40B4-BE49-F238E27FC236}">
                <a16:creationId xmlns:a16="http://schemas.microsoft.com/office/drawing/2014/main" id="{05929C91-B36F-6FCF-5848-317A0DB9D616}"/>
              </a:ext>
            </a:extLst>
          </p:cNvPr>
          <p:cNvSpPr>
            <a:spLocks noGrp="1"/>
          </p:cNvSpPr>
          <p:nvPr>
            <p:ph sz="half" idx="15"/>
            <p:custDataLst>
              <p:tags r:id="rId4"/>
            </p:custDataLst>
          </p:nvPr>
        </p:nvSpPr>
        <p:spPr>
          <a:xfrm>
            <a:off x="6096000" y="2801947"/>
            <a:ext cx="5509515" cy="1463040"/>
          </a:xfrm>
        </p:spPr>
        <p:txBody>
          <a:bodyPr anchor="t">
            <a:normAutofit/>
          </a:bodyPr>
          <a:lstStyle/>
          <a:p>
            <a:pPr>
              <a:lnSpc>
                <a:spcPct val="114000"/>
              </a:lnSpc>
            </a:pPr>
            <a:r>
              <a:rPr lang="en-US"/>
              <a:t>Businesses use job trend data to anticipate workforce needs, address skill gaps, and stay competitive by aligning hiring and training with market demands.</a:t>
            </a:r>
          </a:p>
        </p:txBody>
      </p:sp>
      <p:sp>
        <p:nvSpPr>
          <p:cNvPr id="16" name="Content Placeholder 15">
            <a:extLst>
              <a:ext uri="{FF2B5EF4-FFF2-40B4-BE49-F238E27FC236}">
                <a16:creationId xmlns:a16="http://schemas.microsoft.com/office/drawing/2014/main" id="{AD6F1865-5DAE-BFBA-2FF2-DA142B0B6BE5}"/>
              </a:ext>
            </a:extLst>
          </p:cNvPr>
          <p:cNvSpPr>
            <a:spLocks noGrp="1"/>
          </p:cNvSpPr>
          <p:nvPr>
            <p:ph sz="half" idx="16"/>
            <p:custDataLst>
              <p:tags r:id="rId5"/>
            </p:custDataLst>
          </p:nvPr>
        </p:nvSpPr>
        <p:spPr>
          <a:xfrm>
            <a:off x="6096000" y="4774605"/>
            <a:ext cx="5509515" cy="1463040"/>
          </a:xfrm>
        </p:spPr>
        <p:txBody>
          <a:bodyPr anchor="t">
            <a:normAutofit/>
          </a:bodyPr>
          <a:lstStyle/>
          <a:p>
            <a:pPr>
              <a:lnSpc>
                <a:spcPct val="114000"/>
              </a:lnSpc>
            </a:pPr>
            <a:r>
              <a:rPr lang="en-US"/>
              <a:t>Educators update curricula based on emerging skills, while policymakers design relevant training and education programs to prepare the workforce for future challenges.</a:t>
            </a:r>
          </a:p>
        </p:txBody>
      </p:sp>
      <p:sp>
        <p:nvSpPr>
          <p:cNvPr id="17" name="Text Placeholder 16">
            <a:extLst>
              <a:ext uri="{FF2B5EF4-FFF2-40B4-BE49-F238E27FC236}">
                <a16:creationId xmlns:a16="http://schemas.microsoft.com/office/drawing/2014/main" id="{69A1CEA3-2CF3-4D24-B4BF-B1E2F636D15A}"/>
              </a:ext>
            </a:extLst>
          </p:cNvPr>
          <p:cNvSpPr>
            <a:spLocks noGrp="1"/>
          </p:cNvSpPr>
          <p:nvPr>
            <p:ph type="body" idx="17"/>
            <p:custDataLst>
              <p:tags r:id="rId6"/>
            </p:custDataLst>
          </p:nvPr>
        </p:nvSpPr>
        <p:spPr>
          <a:xfrm>
            <a:off x="6096000" y="471370"/>
            <a:ext cx="5509515" cy="365760"/>
          </a:xfrm>
        </p:spPr>
        <p:txBody>
          <a:bodyPr>
            <a:noAutofit/>
          </a:bodyPr>
          <a:lstStyle/>
          <a:p>
            <a:pPr>
              <a:lnSpc>
                <a:spcPct val="114000"/>
              </a:lnSpc>
            </a:pPr>
            <a:r>
              <a:rPr lang="en-US" sz="1800">
                <a:solidFill>
                  <a:schemeClr val="tx2"/>
                </a:solidFill>
                <a:latin typeface="+mj-lt"/>
              </a:rPr>
              <a:t>Guiding Career Choices</a:t>
            </a:r>
          </a:p>
        </p:txBody>
      </p:sp>
      <p:sp>
        <p:nvSpPr>
          <p:cNvPr id="18" name="Text Placeholder 17">
            <a:extLst>
              <a:ext uri="{FF2B5EF4-FFF2-40B4-BE49-F238E27FC236}">
                <a16:creationId xmlns:a16="http://schemas.microsoft.com/office/drawing/2014/main" id="{83280D2F-42F4-D89C-6C98-5D8143BE9670}"/>
              </a:ext>
            </a:extLst>
          </p:cNvPr>
          <p:cNvSpPr>
            <a:spLocks noGrp="1"/>
          </p:cNvSpPr>
          <p:nvPr>
            <p:ph type="body" idx="18"/>
            <p:custDataLst>
              <p:tags r:id="rId7"/>
            </p:custDataLst>
          </p:nvPr>
        </p:nvSpPr>
        <p:spPr>
          <a:xfrm>
            <a:off x="6096000" y="2436187"/>
            <a:ext cx="5509515" cy="365760"/>
          </a:xfrm>
        </p:spPr>
        <p:txBody>
          <a:bodyPr>
            <a:normAutofit fontScale="92500" lnSpcReduction="10000"/>
          </a:bodyPr>
          <a:lstStyle/>
          <a:p>
            <a:pPr>
              <a:lnSpc>
                <a:spcPct val="114000"/>
              </a:lnSpc>
            </a:pPr>
            <a:r>
              <a:rPr lang="en-US" sz="1800">
                <a:solidFill>
                  <a:schemeClr val="tx2"/>
                </a:solidFill>
                <a:latin typeface="+mj-lt"/>
              </a:rPr>
              <a:t>Supporting Business Strategy</a:t>
            </a:r>
          </a:p>
        </p:txBody>
      </p:sp>
      <p:sp>
        <p:nvSpPr>
          <p:cNvPr id="19" name="Text Placeholder 18">
            <a:extLst>
              <a:ext uri="{FF2B5EF4-FFF2-40B4-BE49-F238E27FC236}">
                <a16:creationId xmlns:a16="http://schemas.microsoft.com/office/drawing/2014/main" id="{4C7D026A-729A-0BDC-C780-6B555ADADDD2}"/>
              </a:ext>
            </a:extLst>
          </p:cNvPr>
          <p:cNvSpPr>
            <a:spLocks noGrp="1"/>
          </p:cNvSpPr>
          <p:nvPr>
            <p:ph type="body" idx="19"/>
            <p:custDataLst>
              <p:tags r:id="rId8"/>
            </p:custDataLst>
          </p:nvPr>
        </p:nvSpPr>
        <p:spPr>
          <a:xfrm>
            <a:off x="6096000" y="4408845"/>
            <a:ext cx="5509515" cy="365760"/>
          </a:xfrm>
        </p:spPr>
        <p:txBody>
          <a:bodyPr>
            <a:normAutofit fontScale="92500" lnSpcReduction="10000"/>
          </a:bodyPr>
          <a:lstStyle/>
          <a:p>
            <a:pPr>
              <a:lnSpc>
                <a:spcPct val="114000"/>
              </a:lnSpc>
            </a:pPr>
            <a:r>
              <a:rPr lang="en-US" sz="1800">
                <a:solidFill>
                  <a:schemeClr val="tx2"/>
                </a:solidFill>
                <a:latin typeface="+mj-lt"/>
              </a:rPr>
              <a:t>Shaping Education and Policy</a:t>
            </a:r>
          </a:p>
        </p:txBody>
      </p:sp>
      <p:sp>
        <p:nvSpPr>
          <p:cNvPr id="5" name="Rectangle 4">
            <a:extLst>
              <a:ext uri="{FF2B5EF4-FFF2-40B4-BE49-F238E27FC236}">
                <a16:creationId xmlns:a16="http://schemas.microsoft.com/office/drawing/2014/main" id="{983B11A0-8C64-DD71-D859-707465C9C67E}"/>
              </a:ext>
            </a:extLst>
          </p:cNvPr>
          <p:cNvSpPr/>
          <p:nvPr>
            <p:custDataLst>
              <p:tags r:id="rId9"/>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FD32C896-87A5-B4F7-0317-B5A57A19AF88}"/>
              </a:ext>
            </a:extLst>
          </p:cNvPr>
          <p:cNvGrpSpPr/>
          <p:nvPr>
            <p:custDataLst>
              <p:tags r:id="rId10"/>
            </p:custDataLst>
          </p:nvPr>
        </p:nvGrpSpPr>
        <p:grpSpPr>
          <a:xfrm>
            <a:off x="9440602" y="162617"/>
            <a:ext cx="2576145" cy="1301528"/>
            <a:chOff x="5326996" y="628184"/>
            <a:chExt cx="2576145" cy="1301528"/>
          </a:xfrm>
        </p:grpSpPr>
        <p:sp>
          <p:nvSpPr>
            <p:cNvPr id="12" name="Rounded Rectangle 11">
              <a:extLst>
                <a:ext uri="{FF2B5EF4-FFF2-40B4-BE49-F238E27FC236}">
                  <a16:creationId xmlns:a16="http://schemas.microsoft.com/office/drawing/2014/main" id="{06FD3FF8-C40C-9684-BEBB-61E52EA8E75A}"/>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solidFill>
                  <a:srgbClr val="100F19"/>
                </a:solidFill>
              </a:endParaRPr>
            </a:p>
          </p:txBody>
        </p:sp>
        <p:pic>
          <p:nvPicPr>
            <p:cNvPr id="20" name="Graphic 19">
              <a:extLst>
                <a:ext uri="{FF2B5EF4-FFF2-40B4-BE49-F238E27FC236}">
                  <a16:creationId xmlns:a16="http://schemas.microsoft.com/office/drawing/2014/main" id="{78144ECD-92DC-C9D1-17AE-6F29BE20F55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440548" y="734271"/>
              <a:ext cx="219238" cy="219238"/>
            </a:xfrm>
            <a:prstGeom prst="rect">
              <a:avLst/>
            </a:prstGeom>
          </p:spPr>
        </p:pic>
        <p:sp>
          <p:nvSpPr>
            <p:cNvPr id="21" name="Freeform 20">
              <a:extLst>
                <a:ext uri="{FF2B5EF4-FFF2-40B4-BE49-F238E27FC236}">
                  <a16:creationId xmlns:a16="http://schemas.microsoft.com/office/drawing/2014/main" id="{AE6BCE1C-1ADE-1089-B1B0-67E1585A633B}"/>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a:solidFill>
                  <a:srgbClr val="100F19"/>
                </a:solidFill>
              </a:endParaRPr>
            </a:p>
          </p:txBody>
        </p:sp>
      </p:grpSp>
      <p:sp>
        <p:nvSpPr>
          <p:cNvPr id="22" name="TextBox 21">
            <a:extLst>
              <a:ext uri="{FF2B5EF4-FFF2-40B4-BE49-F238E27FC236}">
                <a16:creationId xmlns:a16="http://schemas.microsoft.com/office/drawing/2014/main" id="{3260C55E-DD2B-1DCF-DA84-CEF5D6506BC9}"/>
              </a:ext>
            </a:extLst>
          </p:cNvPr>
          <p:cNvSpPr txBox="1"/>
          <p:nvPr>
            <p:custDataLst>
              <p:tags r:id="rId11"/>
            </p:custDataLst>
          </p:nvPr>
        </p:nvSpPr>
        <p:spPr>
          <a:xfrm>
            <a:off x="9552588" y="542869"/>
            <a:ext cx="2351599" cy="825024"/>
          </a:xfrm>
          <a:prstGeom prst="rect">
            <a:avLst/>
          </a:prstGeom>
          <a:noFill/>
        </p:spPr>
        <p:txBody>
          <a:bodyPr wrap="square" lIns="0" tIns="45720" rIns="0" bIns="0" rtlCol="0">
            <a:normAutofit/>
          </a:bodyPr>
          <a:lstStyle/>
          <a:p>
            <a:r>
              <a:rPr lang="en-US" sz="1100">
                <a:solidFill>
                  <a:srgbClr val="100F19"/>
                </a:solidFill>
                <a:latin typeface="Franklin Gothic Book" panose="020B0503020102020204" pitchFamily="34" charset="0"/>
              </a:rPr>
              <a:t>Customize this slide by adding specific examples of job trends relevant to your audience's region or industry to make the content more actionable.</a:t>
            </a:r>
          </a:p>
        </p:txBody>
      </p:sp>
    </p:spTree>
    <p:extLst>
      <p:ext uri="{BB962C8B-B14F-4D97-AF65-F5344CB8AC3E}">
        <p14:creationId xmlns:p14="http://schemas.microsoft.com/office/powerpoint/2010/main" val="2279343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FCE74-D0CD-36F5-24BD-994B3DDE660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7616DE3-89F7-640F-D0C5-D8B4CEB15F1A}"/>
              </a:ext>
            </a:extLst>
          </p:cNvPr>
          <p:cNvSpPr/>
          <p:nvPr>
            <p:custDataLst>
              <p:tags r:id="rId2"/>
            </p:custDataLst>
          </p:nvPr>
        </p:nvSpPr>
        <p:spPr>
          <a:xfrm>
            <a:off x="3864" y="0"/>
            <a:ext cx="3886199"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sz="1351" noProof="1"/>
          </a:p>
        </p:txBody>
      </p:sp>
      <p:graphicFrame>
        <p:nvGraphicFramePr>
          <p:cNvPr id="7" name="think-cell data - do not delete" hidden="1">
            <a:extLst>
              <a:ext uri="{FF2B5EF4-FFF2-40B4-BE49-F238E27FC236}">
                <a16:creationId xmlns:a16="http://schemas.microsoft.com/office/drawing/2014/main" id="{2C8FBD46-7234-E8B7-E758-98EF50EC3BD3}"/>
              </a:ext>
            </a:extLst>
          </p:cNvPr>
          <p:cNvGraphicFramePr>
            <a:graphicFrameLocks noChangeAspect="1"/>
          </p:cNvGraphicFramePr>
          <p:nvPr>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9" imgW="7772400" imgH="10058400" progId="TCLayout.ActiveDocument.1">
                  <p:embed/>
                </p:oleObj>
              </mc:Choice>
              <mc:Fallback>
                <p:oleObj name="think-cell Slide" r:id="rId19" imgW="7772400" imgH="10058400" progId="TCLayout.ActiveDocument.1">
                  <p:embed/>
                  <p:pic>
                    <p:nvPicPr>
                      <p:cNvPr id="7" name="think-cell data - do not delete" hidden="1">
                        <a:extLst>
                          <a:ext uri="{FF2B5EF4-FFF2-40B4-BE49-F238E27FC236}">
                            <a16:creationId xmlns:a16="http://schemas.microsoft.com/office/drawing/2014/main" id="{2C8FBD46-7234-E8B7-E758-98EF50EC3BD3}"/>
                          </a:ext>
                        </a:extLst>
                      </p:cNvPr>
                      <p:cNvPicPr/>
                      <p:nvPr/>
                    </p:nvPicPr>
                    <p:blipFill>
                      <a:blip r:embed="rId20"/>
                      <a:stretch>
                        <a:fillRect/>
                      </a:stretch>
                    </p:blipFill>
                    <p:spPr>
                      <a:xfrm>
                        <a:off x="1588" y="1588"/>
                        <a:ext cx="1227" cy="1588"/>
                      </a:xfrm>
                      <a:prstGeom prst="rect">
                        <a:avLst/>
                      </a:prstGeom>
                    </p:spPr>
                  </p:pic>
                </p:oleObj>
              </mc:Fallback>
            </mc:AlternateContent>
          </a:graphicData>
        </a:graphic>
      </p:graphicFrame>
      <p:sp>
        <p:nvSpPr>
          <p:cNvPr id="9" name="Content Placeholder 25">
            <a:extLst>
              <a:ext uri="{FF2B5EF4-FFF2-40B4-BE49-F238E27FC236}">
                <a16:creationId xmlns:a16="http://schemas.microsoft.com/office/drawing/2014/main" id="{6082F9CB-E601-7BC1-12DE-7487E063CEAE}"/>
              </a:ext>
            </a:extLst>
          </p:cNvPr>
          <p:cNvSpPr txBox="1">
            <a:spLocks/>
          </p:cNvSpPr>
          <p:nvPr>
            <p:custDataLst>
              <p:tags r:id="rId4"/>
            </p:custDataLst>
          </p:nvPr>
        </p:nvSpPr>
        <p:spPr>
          <a:xfrm>
            <a:off x="609599" y="3428999"/>
            <a:ext cx="2743200" cy="2730501"/>
          </a:xfrm>
          <a:prstGeom prst="rect">
            <a:avLst/>
          </a:prstGeom>
        </p:spPr>
        <p:txBody>
          <a:bodyPr vert="horz" lIns="91440" tIns="45720" rIns="91440" bIns="45720" rtlCol="0" anchor="t">
            <a:normAutofit lnSpcReduction="10000"/>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nSpc>
                <a:spcPct val="114000"/>
              </a:lnSpc>
              <a:buFont typeface="Arial" panose="020B0604020202020204" pitchFamily="34" charset="0"/>
              <a:buNone/>
            </a:pPr>
            <a:r>
              <a:rPr lang="en-US" sz="1400" noProof="1">
                <a:solidFill>
                  <a:schemeClr val="tx2"/>
                </a:solidFill>
              </a:rPr>
              <a:t>This project aims to identify high-growth job roles and in-demand skills in the evolving data-driven job market, empowering students, employers, educators, and policymakers to make informed decisions. Understanding the goals and key beneficiaries ensures targeted preparation for future workforce needs.</a:t>
            </a:r>
          </a:p>
        </p:txBody>
      </p:sp>
      <p:sp>
        <p:nvSpPr>
          <p:cNvPr id="4" name="Title 3">
            <a:extLst>
              <a:ext uri="{FF2B5EF4-FFF2-40B4-BE49-F238E27FC236}">
                <a16:creationId xmlns:a16="http://schemas.microsoft.com/office/drawing/2014/main" id="{4E7E70F6-AEBF-288D-A321-E74B6CD708A3}"/>
              </a:ext>
            </a:extLst>
          </p:cNvPr>
          <p:cNvSpPr>
            <a:spLocks noGrp="1"/>
          </p:cNvSpPr>
          <p:nvPr>
            <p:ph type="title"/>
            <p:custDataLst>
              <p:tags r:id="rId5"/>
            </p:custDataLst>
          </p:nvPr>
        </p:nvSpPr>
        <p:spPr>
          <a:xfrm>
            <a:off x="609600" y="851094"/>
            <a:ext cx="2743200" cy="2577905"/>
          </a:xfrm>
        </p:spPr>
        <p:txBody>
          <a:bodyPr vert="horz" anchor="t">
            <a:normAutofit/>
          </a:bodyPr>
          <a:lstStyle/>
          <a:p>
            <a:pPr>
              <a:lnSpc>
                <a:spcPct val="85000"/>
              </a:lnSpc>
            </a:pPr>
            <a:r>
              <a:rPr lang="en-US" noProof="1"/>
              <a:t>Project Goals and Stakeholders</a:t>
            </a:r>
          </a:p>
        </p:txBody>
      </p:sp>
      <p:sp>
        <p:nvSpPr>
          <p:cNvPr id="24" name="Rectangle 23">
            <a:extLst>
              <a:ext uri="{FF2B5EF4-FFF2-40B4-BE49-F238E27FC236}">
                <a16:creationId xmlns:a16="http://schemas.microsoft.com/office/drawing/2014/main" id="{34EAE920-E11F-B230-6EB2-9C6DFBD70C28}"/>
              </a:ext>
            </a:extLst>
          </p:cNvPr>
          <p:cNvSpPr/>
          <p:nvPr>
            <p:custDataLst>
              <p:tags r:id="rId6"/>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2" name="TextBox 1">
            <a:extLst>
              <a:ext uri="{FF2B5EF4-FFF2-40B4-BE49-F238E27FC236}">
                <a16:creationId xmlns:a16="http://schemas.microsoft.com/office/drawing/2014/main" id="{D96D3131-3B38-69F9-DBF4-4D37FDDDC2EF}"/>
              </a:ext>
            </a:extLst>
          </p:cNvPr>
          <p:cNvSpPr txBox="1"/>
          <p:nvPr>
            <p:custDataLst>
              <p:tags r:id="rId7"/>
            </p:custDataLst>
          </p:nvPr>
        </p:nvSpPr>
        <p:spPr>
          <a:xfrm>
            <a:off x="609600" y="460338"/>
            <a:ext cx="2743200" cy="414150"/>
          </a:xfrm>
          <a:prstGeom prst="rect">
            <a:avLst/>
          </a:prstGeom>
          <a:noFill/>
        </p:spPr>
        <p:txBody>
          <a:bodyPr wrap="square">
            <a:spAutoFit/>
          </a:bodyPr>
          <a:lstStyle/>
          <a:p>
            <a:r>
              <a:rPr lang="en-US" sz="1400" noProof="1">
                <a:solidFill>
                  <a:schemeClr val="tx2"/>
                </a:solidFill>
              </a:rPr>
              <a:t>Goals</a:t>
            </a:r>
          </a:p>
        </p:txBody>
      </p:sp>
      <p:sp>
        <p:nvSpPr>
          <p:cNvPr id="11" name="Text Placeholder 12">
            <a:extLst>
              <a:ext uri="{FF2B5EF4-FFF2-40B4-BE49-F238E27FC236}">
                <a16:creationId xmlns:a16="http://schemas.microsoft.com/office/drawing/2014/main" id="{43011C60-4A89-2BC8-DC75-161F983F3FDC}"/>
              </a:ext>
            </a:extLst>
          </p:cNvPr>
          <p:cNvSpPr>
            <a:spLocks noGrp="1"/>
          </p:cNvSpPr>
          <p:nvPr>
            <p:ph type="body" idx="1"/>
            <p:custDataLst>
              <p:tags r:id="rId8"/>
            </p:custDataLst>
          </p:nvPr>
        </p:nvSpPr>
        <p:spPr>
          <a:xfrm>
            <a:off x="4208513" y="468868"/>
            <a:ext cx="3684588" cy="548640"/>
          </a:xfrm>
        </p:spPr>
        <p:txBody>
          <a:bodyPr vert="horz" lIns="91440" tIns="45720" rIns="91440" bIns="45720" rtlCol="0" anchor="ctr">
            <a:normAutofit/>
          </a:bodyPr>
          <a:lstStyle/>
          <a:p>
            <a:pPr>
              <a:lnSpc>
                <a:spcPct val="100000"/>
              </a:lnSpc>
            </a:pPr>
            <a:r>
              <a:rPr lang="en-US" sz="1600" noProof="1">
                <a:latin typeface="+mj-lt"/>
              </a:rPr>
              <a:t>Project Goals</a:t>
            </a:r>
          </a:p>
        </p:txBody>
      </p:sp>
      <p:sp>
        <p:nvSpPr>
          <p:cNvPr id="12" name="Content Placeholder 9">
            <a:extLst>
              <a:ext uri="{FF2B5EF4-FFF2-40B4-BE49-F238E27FC236}">
                <a16:creationId xmlns:a16="http://schemas.microsoft.com/office/drawing/2014/main" id="{E7ACAF0A-11D0-F468-B241-0F3153126855}"/>
              </a:ext>
            </a:extLst>
          </p:cNvPr>
          <p:cNvSpPr>
            <a:spLocks noGrp="1"/>
          </p:cNvSpPr>
          <p:nvPr>
            <p:ph sz="half" idx="2"/>
            <p:custDataLst>
              <p:tags r:id="rId9"/>
            </p:custDataLst>
          </p:nvPr>
        </p:nvSpPr>
        <p:spPr>
          <a:xfrm>
            <a:off x="4208513" y="1017508"/>
            <a:ext cx="3684588" cy="2377440"/>
          </a:xfrm>
        </p:spPr>
        <p:txBody>
          <a:bodyPr>
            <a:normAutofit/>
          </a:bodyPr>
          <a:lstStyle/>
          <a:p>
            <a:pPr marL="279400" indent="-228600" fontAlgn="base">
              <a:lnSpc>
                <a:spcPct val="100000"/>
              </a:lnSpc>
              <a:spcBef>
                <a:spcPts val="600"/>
              </a:spcBef>
              <a:buClr>
                <a:schemeClr val="accent1"/>
              </a:buClr>
            </a:pPr>
            <a:r>
              <a:rPr lang="en-US" sz="1300" noProof="1"/>
              <a:t>Predict high-growth career paths within data and tech sectors based on market trends and job data analysis.
Identify the most sought-after technical skills and competencies employers require in emerging roles.
Provide actionable insights to help students, professionals, companies, and educators prepare effectively for future job market demands.</a:t>
            </a:r>
          </a:p>
        </p:txBody>
      </p:sp>
      <p:sp>
        <p:nvSpPr>
          <p:cNvPr id="13" name="Text Placeholder 13">
            <a:extLst>
              <a:ext uri="{FF2B5EF4-FFF2-40B4-BE49-F238E27FC236}">
                <a16:creationId xmlns:a16="http://schemas.microsoft.com/office/drawing/2014/main" id="{E2667C4F-6184-0126-4F20-182C3F8278F6}"/>
              </a:ext>
            </a:extLst>
          </p:cNvPr>
          <p:cNvSpPr>
            <a:spLocks noGrp="1"/>
          </p:cNvSpPr>
          <p:nvPr>
            <p:ph type="body" sz="quarter" idx="3"/>
            <p:custDataLst>
              <p:tags r:id="rId10"/>
            </p:custDataLst>
          </p:nvPr>
        </p:nvSpPr>
        <p:spPr>
          <a:xfrm>
            <a:off x="7973327" y="468868"/>
            <a:ext cx="3684588" cy="548640"/>
          </a:xfrm>
        </p:spPr>
        <p:txBody>
          <a:bodyPr vert="horz" lIns="91440" tIns="45720" rIns="91440" bIns="45720" rtlCol="0" anchor="ctr">
            <a:normAutofit/>
          </a:bodyPr>
          <a:lstStyle/>
          <a:p>
            <a:pPr>
              <a:lnSpc>
                <a:spcPct val="100000"/>
              </a:lnSpc>
            </a:pPr>
            <a:r>
              <a:rPr lang="en-US" sz="1600" noProof="1">
                <a:latin typeface="+mj-lt"/>
              </a:rPr>
              <a:t>Benefits for Students &amp; Job Seekers</a:t>
            </a:r>
          </a:p>
        </p:txBody>
      </p:sp>
      <p:sp>
        <p:nvSpPr>
          <p:cNvPr id="14" name="Content Placeholder 10">
            <a:extLst>
              <a:ext uri="{FF2B5EF4-FFF2-40B4-BE49-F238E27FC236}">
                <a16:creationId xmlns:a16="http://schemas.microsoft.com/office/drawing/2014/main" id="{4F412148-DE3D-AAE2-37D2-EFBBBA154052}"/>
              </a:ext>
            </a:extLst>
          </p:cNvPr>
          <p:cNvSpPr>
            <a:spLocks noGrp="1"/>
          </p:cNvSpPr>
          <p:nvPr>
            <p:ph sz="quarter" idx="4"/>
            <p:custDataLst>
              <p:tags r:id="rId11"/>
            </p:custDataLst>
          </p:nvPr>
        </p:nvSpPr>
        <p:spPr>
          <a:xfrm>
            <a:off x="7973326" y="1017508"/>
            <a:ext cx="3684589" cy="2377440"/>
          </a:xfrm>
        </p:spPr>
        <p:txBody>
          <a:bodyPr>
            <a:normAutofit/>
          </a:bodyPr>
          <a:lstStyle/>
          <a:p>
            <a:pPr marL="279400" indent="-228600" fontAlgn="base">
              <a:lnSpc>
                <a:spcPct val="100000"/>
              </a:lnSpc>
              <a:spcBef>
                <a:spcPts val="600"/>
              </a:spcBef>
              <a:buClr>
                <a:schemeClr val="accent1"/>
              </a:buClr>
            </a:pPr>
            <a:r>
              <a:rPr lang="en-US" sz="1300" noProof="1"/>
              <a:t>Gain clarity on which skills and roles offer growing opportunities in the data job market.
Make informed career decisions and prioritize learning relevant, in-demand technical and soft skills.
Navigate career paths with awareness of salary trends and industry expectations.</a:t>
            </a:r>
          </a:p>
        </p:txBody>
      </p:sp>
      <p:sp>
        <p:nvSpPr>
          <p:cNvPr id="15" name="Text Placeholder 14">
            <a:extLst>
              <a:ext uri="{FF2B5EF4-FFF2-40B4-BE49-F238E27FC236}">
                <a16:creationId xmlns:a16="http://schemas.microsoft.com/office/drawing/2014/main" id="{48846C9C-B318-47A6-319C-025B2AF42B92}"/>
              </a:ext>
            </a:extLst>
          </p:cNvPr>
          <p:cNvSpPr txBox="1">
            <a:spLocks/>
          </p:cNvSpPr>
          <p:nvPr>
            <p:custDataLst>
              <p:tags r:id="rId12"/>
            </p:custDataLst>
          </p:nvPr>
        </p:nvSpPr>
        <p:spPr>
          <a:xfrm>
            <a:off x="4208513" y="3428999"/>
            <a:ext cx="3684588" cy="548640"/>
          </a:xfrm>
          <a:prstGeom prst="rect">
            <a:avLst/>
          </a:prstGeom>
        </p:spPr>
        <p:txBody>
          <a:bodyPr vert="horz" lIns="91440" tIns="45720" rIns="91440" bIns="45720" rtlCol="0" anchor="ctr">
            <a:normAutofit/>
          </a:bodyPr>
          <a:lstStyle>
            <a:lvl1pPr indent="0" defTabSz="914354">
              <a:lnSpc>
                <a:spcPct val="100000"/>
              </a:lnSpc>
              <a:spcBef>
                <a:spcPts val="1200"/>
              </a:spcBef>
              <a:buFont typeface="Arial" panose="020B0604020202020204" pitchFamily="34" charset="0"/>
              <a:buNone/>
              <a:tabLst/>
              <a:defRPr sz="1400" b="1">
                <a:solidFill>
                  <a:schemeClr val="accent1"/>
                </a:solidFill>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sz="1600" noProof="1"/>
              <a:t>Benefits for Employers &amp; Educators</a:t>
            </a:r>
          </a:p>
        </p:txBody>
      </p:sp>
      <p:sp>
        <p:nvSpPr>
          <p:cNvPr id="16" name="Content Placeholder 11">
            <a:extLst>
              <a:ext uri="{FF2B5EF4-FFF2-40B4-BE49-F238E27FC236}">
                <a16:creationId xmlns:a16="http://schemas.microsoft.com/office/drawing/2014/main" id="{170C298C-816B-860C-63FA-764FD66E0131}"/>
              </a:ext>
            </a:extLst>
          </p:cNvPr>
          <p:cNvSpPr txBox="1">
            <a:spLocks/>
          </p:cNvSpPr>
          <p:nvPr>
            <p:custDataLst>
              <p:tags r:id="rId13"/>
            </p:custDataLst>
          </p:nvPr>
        </p:nvSpPr>
        <p:spPr>
          <a:xfrm>
            <a:off x="4208513" y="3977639"/>
            <a:ext cx="3684588" cy="2377440"/>
          </a:xfrm>
          <a:prstGeom prst="rect">
            <a:avLst/>
          </a:prstGeom>
        </p:spPr>
        <p:txBody>
          <a:bodyPr>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9400" indent="-228600" fontAlgn="base">
              <a:lnSpc>
                <a:spcPct val="100000"/>
              </a:lnSpc>
              <a:spcBef>
                <a:spcPts val="600"/>
              </a:spcBef>
              <a:buClr>
                <a:schemeClr val="accent1"/>
              </a:buClr>
            </a:pPr>
            <a:r>
              <a:rPr lang="en-US" sz="1300" noProof="1"/>
              <a:t>Anticipate talent needs and identify skill gaps to refine hiring and training strategies.
Align educational curricula with evolving market requirements, integrating emerging technologies like data analytics and cloud computing.
Support workforce development by fostering relevant competencies in current and future employees.</a:t>
            </a:r>
          </a:p>
        </p:txBody>
      </p:sp>
      <p:sp>
        <p:nvSpPr>
          <p:cNvPr id="17" name="Text Placeholder 2">
            <a:extLst>
              <a:ext uri="{FF2B5EF4-FFF2-40B4-BE49-F238E27FC236}">
                <a16:creationId xmlns:a16="http://schemas.microsoft.com/office/drawing/2014/main" id="{E93F46E2-FF72-2252-DB1C-BA8D3EB121FE}"/>
              </a:ext>
            </a:extLst>
          </p:cNvPr>
          <p:cNvSpPr txBox="1">
            <a:spLocks/>
          </p:cNvSpPr>
          <p:nvPr>
            <p:custDataLst>
              <p:tags r:id="rId14"/>
            </p:custDataLst>
          </p:nvPr>
        </p:nvSpPr>
        <p:spPr>
          <a:xfrm>
            <a:off x="7983488" y="3428999"/>
            <a:ext cx="3684588" cy="548640"/>
          </a:xfrm>
          <a:prstGeom prst="rect">
            <a:avLst/>
          </a:prstGeom>
        </p:spPr>
        <p:txBody>
          <a:bodyPr vert="horz" lIns="91440" tIns="45720" rIns="91440" bIns="45720" rtlCol="0" anchor="ctr">
            <a:normAutofit/>
          </a:bodyPr>
          <a:lstStyle>
            <a:lvl1pPr indent="0" defTabSz="914354">
              <a:lnSpc>
                <a:spcPct val="100000"/>
              </a:lnSpc>
              <a:spcBef>
                <a:spcPts val="1200"/>
              </a:spcBef>
              <a:buFont typeface="Arial" panose="020B0604020202020204" pitchFamily="34" charset="0"/>
              <a:buNone/>
              <a:tabLst/>
              <a:defRPr sz="1400" b="1">
                <a:solidFill>
                  <a:schemeClr val="accent1"/>
                </a:solidFill>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sz="1600" noProof="1"/>
              <a:t>Benefits for Policymakers</a:t>
            </a:r>
          </a:p>
        </p:txBody>
      </p:sp>
      <p:sp>
        <p:nvSpPr>
          <p:cNvPr id="18" name="Content Placeholder 1">
            <a:extLst>
              <a:ext uri="{FF2B5EF4-FFF2-40B4-BE49-F238E27FC236}">
                <a16:creationId xmlns:a16="http://schemas.microsoft.com/office/drawing/2014/main" id="{C17BB188-646C-B600-31B9-ADE3D42C5EAD}"/>
              </a:ext>
            </a:extLst>
          </p:cNvPr>
          <p:cNvSpPr txBox="1">
            <a:spLocks/>
          </p:cNvSpPr>
          <p:nvPr>
            <p:custDataLst>
              <p:tags r:id="rId15"/>
            </p:custDataLst>
          </p:nvPr>
        </p:nvSpPr>
        <p:spPr>
          <a:xfrm>
            <a:off x="7983488" y="3977639"/>
            <a:ext cx="3684589" cy="2377440"/>
          </a:xfrm>
          <a:prstGeom prst="rect">
            <a:avLst/>
          </a:prstGeom>
        </p:spPr>
        <p:txBody>
          <a:bodyPr>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9400" indent="-228600" fontAlgn="base">
              <a:lnSpc>
                <a:spcPct val="100000"/>
              </a:lnSpc>
              <a:spcBef>
                <a:spcPts val="600"/>
              </a:spcBef>
              <a:buClr>
                <a:schemeClr val="accent1"/>
              </a:buClr>
            </a:pPr>
            <a:r>
              <a:rPr lang="en-US" sz="1300" noProof="1"/>
              <a:t>Design workforce training programs targeting high-growth sectors to maximize employment outcomes.
Inform education policies that promote STEM and tech skills aligned with industry evolution.
Enable data-driven decision-making to support economic growth and labor market resilience.</a:t>
            </a:r>
          </a:p>
        </p:txBody>
      </p:sp>
      <p:grpSp>
        <p:nvGrpSpPr>
          <p:cNvPr id="6" name="Group 5">
            <a:extLst>
              <a:ext uri="{FF2B5EF4-FFF2-40B4-BE49-F238E27FC236}">
                <a16:creationId xmlns:a16="http://schemas.microsoft.com/office/drawing/2014/main" id="{CB36A79B-A899-767A-5FFF-E9C6EB876648}"/>
              </a:ext>
            </a:extLst>
          </p:cNvPr>
          <p:cNvGrpSpPr/>
          <p:nvPr>
            <p:custDataLst>
              <p:tags r:id="rId16"/>
            </p:custDataLst>
          </p:nvPr>
        </p:nvGrpSpPr>
        <p:grpSpPr>
          <a:xfrm>
            <a:off x="9440602" y="162617"/>
            <a:ext cx="2576145" cy="1301528"/>
            <a:chOff x="5326996" y="628184"/>
            <a:chExt cx="2576145" cy="1301528"/>
          </a:xfrm>
        </p:grpSpPr>
        <p:sp>
          <p:nvSpPr>
            <p:cNvPr id="8" name="Rounded Rectangle 7">
              <a:extLst>
                <a:ext uri="{FF2B5EF4-FFF2-40B4-BE49-F238E27FC236}">
                  <a16:creationId xmlns:a16="http://schemas.microsoft.com/office/drawing/2014/main" id="{647509AF-012A-4404-DE92-57A56B8AEA5C}"/>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solidFill>
                  <a:srgbClr val="100F19"/>
                </a:solidFill>
              </a:endParaRPr>
            </a:p>
          </p:txBody>
        </p:sp>
        <p:pic>
          <p:nvPicPr>
            <p:cNvPr id="10" name="Graphic 9">
              <a:extLst>
                <a:ext uri="{FF2B5EF4-FFF2-40B4-BE49-F238E27FC236}">
                  <a16:creationId xmlns:a16="http://schemas.microsoft.com/office/drawing/2014/main" id="{0B220B2A-29C9-60F4-D591-26523ED6F983}"/>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5440548" y="734271"/>
              <a:ext cx="219238" cy="219238"/>
            </a:xfrm>
            <a:prstGeom prst="rect">
              <a:avLst/>
            </a:prstGeom>
          </p:spPr>
        </p:pic>
        <p:sp>
          <p:nvSpPr>
            <p:cNvPr id="19" name="Freeform 18">
              <a:extLst>
                <a:ext uri="{FF2B5EF4-FFF2-40B4-BE49-F238E27FC236}">
                  <a16:creationId xmlns:a16="http://schemas.microsoft.com/office/drawing/2014/main" id="{E749F1A9-0DD8-CB7F-7E7C-8C51AEDFB222}"/>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a:solidFill>
                  <a:srgbClr val="100F19"/>
                </a:solidFill>
              </a:endParaRPr>
            </a:p>
          </p:txBody>
        </p:sp>
      </p:grpSp>
      <p:sp>
        <p:nvSpPr>
          <p:cNvPr id="20" name="TextBox 19">
            <a:extLst>
              <a:ext uri="{FF2B5EF4-FFF2-40B4-BE49-F238E27FC236}">
                <a16:creationId xmlns:a16="http://schemas.microsoft.com/office/drawing/2014/main" id="{C82122A8-3E60-F2FA-81CC-BB3E437AA5D4}"/>
              </a:ext>
            </a:extLst>
          </p:cNvPr>
          <p:cNvSpPr txBox="1"/>
          <p:nvPr>
            <p:custDataLst>
              <p:tags r:id="rId17"/>
            </p:custDataLst>
          </p:nvPr>
        </p:nvSpPr>
        <p:spPr>
          <a:xfrm>
            <a:off x="9552588" y="542869"/>
            <a:ext cx="2351599" cy="825024"/>
          </a:xfrm>
          <a:prstGeom prst="rect">
            <a:avLst/>
          </a:prstGeom>
          <a:noFill/>
        </p:spPr>
        <p:txBody>
          <a:bodyPr wrap="square" lIns="0" tIns="45720" rIns="0" bIns="0" rtlCol="0">
            <a:normAutofit/>
          </a:bodyPr>
          <a:lstStyle/>
          <a:p>
            <a:r>
              <a:rPr lang="en-US" sz="1100">
                <a:solidFill>
                  <a:srgbClr val="100F19"/>
                </a:solidFill>
                <a:latin typeface="Franklin Gothic Book" panose="020B0503020102020204" pitchFamily="34" charset="0"/>
              </a:rPr>
              <a:t>Customize this slide by adding specific examples of skills or roles relevant to your audience's region or industry to increase engagement.</a:t>
            </a:r>
          </a:p>
        </p:txBody>
      </p:sp>
    </p:spTree>
    <p:custDataLst>
      <p:tags r:id="rId1"/>
    </p:custDataLst>
    <p:extLst>
      <p:ext uri="{BB962C8B-B14F-4D97-AF65-F5344CB8AC3E}">
        <p14:creationId xmlns:p14="http://schemas.microsoft.com/office/powerpoint/2010/main" val="2918515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99D6F-AFDC-6DB7-260A-77E7588AB922}"/>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166FA1EE-335D-66C8-82BF-16880B5B7CB4}"/>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7" imgW="7772400" imgH="10058400" progId="TCLayout.ActiveDocument.1">
                  <p:embed/>
                </p:oleObj>
              </mc:Choice>
              <mc:Fallback>
                <p:oleObj name="think-cell Slide" r:id="rId17" imgW="7772400" imgH="10058400" progId="TCLayout.ActiveDocument.1">
                  <p:embed/>
                  <p:pic>
                    <p:nvPicPr>
                      <p:cNvPr id="7" name="think-cell data - do not delete" hidden="1">
                        <a:extLst>
                          <a:ext uri="{FF2B5EF4-FFF2-40B4-BE49-F238E27FC236}">
                            <a16:creationId xmlns:a16="http://schemas.microsoft.com/office/drawing/2014/main" id="{166FA1EE-335D-66C8-82BF-16880B5B7CB4}"/>
                          </a:ext>
                        </a:extLst>
                      </p:cNvPr>
                      <p:cNvPicPr/>
                      <p:nvPr/>
                    </p:nvPicPr>
                    <p:blipFill>
                      <a:blip r:embed="rId18"/>
                      <a:stretch>
                        <a:fillRect/>
                      </a:stretch>
                    </p:blipFill>
                    <p:spPr>
                      <a:xfrm>
                        <a:off x="1588" y="1588"/>
                        <a:ext cx="1227"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CD128DD3-4D79-DC2D-7ED5-8E00C7330C2C}"/>
              </a:ext>
            </a:extLst>
          </p:cNvPr>
          <p:cNvSpPr/>
          <p:nvPr>
            <p:custDataLst>
              <p:tags r:id="rId3"/>
            </p:custDataLst>
          </p:nvPr>
        </p:nvSpPr>
        <p:spPr>
          <a:xfrm>
            <a:off x="3890064" y="0"/>
            <a:ext cx="830193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sz="1351" noProof="1"/>
          </a:p>
        </p:txBody>
      </p:sp>
      <p:sp>
        <p:nvSpPr>
          <p:cNvPr id="9" name="Content Placeholder 25">
            <a:extLst>
              <a:ext uri="{FF2B5EF4-FFF2-40B4-BE49-F238E27FC236}">
                <a16:creationId xmlns:a16="http://schemas.microsoft.com/office/drawing/2014/main" id="{63E7CBE5-B8D4-E38B-5909-0226FE4AF2BB}"/>
              </a:ext>
            </a:extLst>
          </p:cNvPr>
          <p:cNvSpPr txBox="1">
            <a:spLocks/>
          </p:cNvSpPr>
          <p:nvPr>
            <p:custDataLst>
              <p:tags r:id="rId4"/>
            </p:custDataLst>
          </p:nvPr>
        </p:nvSpPr>
        <p:spPr>
          <a:xfrm>
            <a:off x="609599" y="3428999"/>
            <a:ext cx="2743200" cy="2730501"/>
          </a:xfrm>
          <a:prstGeom prst="rect">
            <a:avLst/>
          </a:prstGeom>
        </p:spPr>
        <p:txBody>
          <a:bodyPr vert="horz" lIns="91440" tIns="45720" rIns="91440" bIns="45720" rtlCol="0" anchor="t">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nSpc>
                <a:spcPct val="114000"/>
              </a:lnSpc>
              <a:buFont typeface="Arial" panose="020B0604020202020204" pitchFamily="34" charset="0"/>
              <a:buNone/>
            </a:pPr>
            <a:r>
              <a:rPr lang="en-US" sz="1400" noProof="1">
                <a:solidFill>
                  <a:schemeClr val="accent1"/>
                </a:solidFill>
              </a:rPr>
              <a:t>Our analysis combined multiple reliable data sources and applied rigorous cleaning and clustering techniques to uncover meaningful job market trends. This comprehensive approach ensured up-to-date insights into skills demand, salary patterns, and role distinctions for data-related jobs.</a:t>
            </a:r>
          </a:p>
        </p:txBody>
      </p:sp>
      <p:sp>
        <p:nvSpPr>
          <p:cNvPr id="4" name="Title 3">
            <a:extLst>
              <a:ext uri="{FF2B5EF4-FFF2-40B4-BE49-F238E27FC236}">
                <a16:creationId xmlns:a16="http://schemas.microsoft.com/office/drawing/2014/main" id="{556F547F-F4F5-D392-8E0E-7CD4C37EFF91}"/>
              </a:ext>
            </a:extLst>
          </p:cNvPr>
          <p:cNvSpPr>
            <a:spLocks noGrp="1"/>
          </p:cNvSpPr>
          <p:nvPr>
            <p:ph type="title"/>
            <p:custDataLst>
              <p:tags r:id="rId5"/>
            </p:custDataLst>
          </p:nvPr>
        </p:nvSpPr>
        <p:spPr>
          <a:xfrm>
            <a:off x="609600" y="851094"/>
            <a:ext cx="2743200" cy="2577905"/>
          </a:xfrm>
        </p:spPr>
        <p:txBody>
          <a:bodyPr vert="horz" anchor="t">
            <a:normAutofit/>
          </a:bodyPr>
          <a:lstStyle/>
          <a:p>
            <a:pPr>
              <a:lnSpc>
                <a:spcPct val="85000"/>
              </a:lnSpc>
            </a:pPr>
            <a:r>
              <a:rPr lang="en-US" noProof="1"/>
              <a:t>Data Sources and Methodology</a:t>
            </a:r>
          </a:p>
        </p:txBody>
      </p:sp>
      <p:sp>
        <p:nvSpPr>
          <p:cNvPr id="20" name="Text Placeholder 1">
            <a:extLst>
              <a:ext uri="{FF2B5EF4-FFF2-40B4-BE49-F238E27FC236}">
                <a16:creationId xmlns:a16="http://schemas.microsoft.com/office/drawing/2014/main" id="{1C7EF081-3BB8-7B11-B35E-541DDCE0DEB0}"/>
              </a:ext>
            </a:extLst>
          </p:cNvPr>
          <p:cNvSpPr txBox="1">
            <a:spLocks/>
          </p:cNvSpPr>
          <p:nvPr>
            <p:custDataLst>
              <p:tags r:id="rId6"/>
            </p:custDataLst>
          </p:nvPr>
        </p:nvSpPr>
        <p:spPr>
          <a:xfrm>
            <a:off x="4168864" y="468868"/>
            <a:ext cx="1513530" cy="2011680"/>
          </a:xfrm>
          <a:prstGeom prst="rect">
            <a:avLst/>
          </a:prstGeom>
        </p:spPr>
        <p:txBody>
          <a:bodyPr vert="horz" lIns="91440" tIns="45720" rIns="91440" bIns="45720" rtlCol="0" anchor="t">
            <a:normAutofit/>
          </a:bodyPr>
          <a:lstStyle>
            <a:lvl1pPr marL="0" indent="0" algn="l" defTabSz="914354" rtl="0" eaLnBrk="1" latinLnBrk="0" hangingPunct="1">
              <a:lnSpc>
                <a:spcPct val="120000"/>
              </a:lnSpc>
              <a:spcBef>
                <a:spcPts val="1200"/>
              </a:spcBef>
              <a:buFont typeface="Arial" panose="020B0604020202020204" pitchFamily="34" charset="0"/>
              <a:buNone/>
              <a:tabLst/>
              <a:defRPr sz="2000" b="1" kern="1200">
                <a:solidFill>
                  <a:schemeClr val="accent1"/>
                </a:solidFill>
                <a:latin typeface="Franklin Gothic Medium" panose="020B0603020102020204" pitchFamily="34" charset="0"/>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nSpc>
                <a:spcPct val="100000"/>
              </a:lnSpc>
            </a:pPr>
            <a:r>
              <a:rPr lang="en-US" sz="1500" noProof="1">
                <a:solidFill>
                  <a:schemeClr val="tx2"/>
                </a:solidFill>
                <a:latin typeface="+mj-lt"/>
              </a:rPr>
              <a:t>Data Sources</a:t>
            </a:r>
          </a:p>
        </p:txBody>
      </p:sp>
      <p:sp>
        <p:nvSpPr>
          <p:cNvPr id="21" name="Content Placeholder 2">
            <a:extLst>
              <a:ext uri="{FF2B5EF4-FFF2-40B4-BE49-F238E27FC236}">
                <a16:creationId xmlns:a16="http://schemas.microsoft.com/office/drawing/2014/main" id="{2D37D8DE-25AF-E08C-BA52-69C21F7BB394}"/>
              </a:ext>
            </a:extLst>
          </p:cNvPr>
          <p:cNvSpPr txBox="1">
            <a:spLocks/>
          </p:cNvSpPr>
          <p:nvPr>
            <p:custDataLst>
              <p:tags r:id="rId7"/>
            </p:custDataLst>
          </p:nvPr>
        </p:nvSpPr>
        <p:spPr>
          <a:xfrm>
            <a:off x="5682395" y="468869"/>
            <a:ext cx="5900007" cy="2011680"/>
          </a:xfrm>
          <a:prstGeom prst="rect">
            <a:avLst/>
          </a:prstGeom>
        </p:spPr>
        <p:txBody>
          <a:bodyPr vert="horz" lIns="91440" tIns="45720" rIns="91440" bIns="45720" rtlCol="0">
            <a:normAutofit fontScale="92500" lnSpcReduction="20000"/>
          </a:bodyPr>
          <a:lstStyle>
            <a:lvl1pPr marL="393700" indent="-279400" defTabSz="914354" fontAlgn="base">
              <a:lnSpc>
                <a:spcPct val="105000"/>
              </a:lnSpc>
              <a:spcBef>
                <a:spcPts val="800"/>
              </a:spcBef>
              <a:buClr>
                <a:schemeClr val="accent1"/>
              </a:buClr>
              <a:buFont typeface="Arial" panose="020B0604020202020204" pitchFamily="34" charset="0"/>
              <a:buChar char="•"/>
              <a:tabLst/>
              <a:defRPr sz="1400">
                <a:solidFill>
                  <a:srgbClr val="201C20"/>
                </a:solidFill>
                <a:cs typeface="Arial" panose="020B0604020202020204" pitchFamily="34" charset="0"/>
              </a:defRPr>
            </a:lvl1pPr>
            <a:lvl2pPr marL="628635"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2pPr>
            <a:lvl3pPr marL="1085824"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3pPr>
            <a:lvl4pPr marL="1543012"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4pPr>
            <a:lvl5pPr marL="2001789"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pPr>
              <a:buClr>
                <a:schemeClr val="tx2"/>
              </a:buClr>
            </a:pPr>
            <a:r>
              <a:rPr lang="en-US" noProof="1">
                <a:solidFill>
                  <a:schemeClr val="tx1"/>
                </a:solidFill>
              </a:rPr>
              <a:t>Glassdoor Salary Data from Kaggle provided extensive salary estimates and company/job metadata for data roles.
Live job listings were scraped from Workable and Apify platforms, focusing on Data Analyst, Data Scientist, and Data Engineer positions for current market demands.
Dataset combined over 1,100 job entries after cleaning and merging these sources to ensure accuracy and relevance.
Data fields included job titles, companies, average salaries, required skills like Python and Excel, and job categories for comprehensive analysis.</a:t>
            </a:r>
          </a:p>
        </p:txBody>
      </p:sp>
      <p:sp>
        <p:nvSpPr>
          <p:cNvPr id="22" name="Text Placeholder 6">
            <a:extLst>
              <a:ext uri="{FF2B5EF4-FFF2-40B4-BE49-F238E27FC236}">
                <a16:creationId xmlns:a16="http://schemas.microsoft.com/office/drawing/2014/main" id="{EEDA99BF-CC38-4CD3-C8C3-539551743E54}"/>
              </a:ext>
            </a:extLst>
          </p:cNvPr>
          <p:cNvSpPr txBox="1">
            <a:spLocks/>
          </p:cNvSpPr>
          <p:nvPr>
            <p:custDataLst>
              <p:tags r:id="rId8"/>
            </p:custDataLst>
          </p:nvPr>
        </p:nvSpPr>
        <p:spPr>
          <a:xfrm>
            <a:off x="4168864" y="2480548"/>
            <a:ext cx="1513530" cy="2011680"/>
          </a:xfrm>
          <a:prstGeom prst="rect">
            <a:avLst/>
          </a:prstGeom>
        </p:spPr>
        <p:txBody>
          <a:bodyPr vert="horz" lIns="91440" tIns="45720" rIns="91440" bIns="45720" rtlCol="0" anchor="t">
            <a:normAutofit/>
          </a:bodyPr>
          <a:lstStyle>
            <a:lvl1pPr marL="0" indent="0" algn="l" defTabSz="914354" rtl="0" eaLnBrk="1" latinLnBrk="0" hangingPunct="1">
              <a:lnSpc>
                <a:spcPct val="120000"/>
              </a:lnSpc>
              <a:spcBef>
                <a:spcPts val="1200"/>
              </a:spcBef>
              <a:buFont typeface="Arial" panose="020B0604020202020204" pitchFamily="34" charset="0"/>
              <a:buNone/>
              <a:tabLst/>
              <a:defRPr sz="2000" b="1" kern="1200">
                <a:solidFill>
                  <a:schemeClr val="accent1"/>
                </a:solidFill>
                <a:latin typeface="Franklin Gothic Medium" panose="020B0603020102020204" pitchFamily="34" charset="0"/>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nSpc>
                <a:spcPct val="100000"/>
              </a:lnSpc>
            </a:pPr>
            <a:r>
              <a:rPr lang="en-US" sz="1500" noProof="1">
                <a:solidFill>
                  <a:schemeClr val="tx2"/>
                </a:solidFill>
                <a:latin typeface="+mj-lt"/>
              </a:rPr>
              <a:t>Data Preparation and Cleaning</a:t>
            </a:r>
          </a:p>
        </p:txBody>
      </p:sp>
      <p:sp>
        <p:nvSpPr>
          <p:cNvPr id="23" name="Content Placeholder 7">
            <a:extLst>
              <a:ext uri="{FF2B5EF4-FFF2-40B4-BE49-F238E27FC236}">
                <a16:creationId xmlns:a16="http://schemas.microsoft.com/office/drawing/2014/main" id="{847846C8-4AF1-FDA2-5E93-8926E7D63F21}"/>
              </a:ext>
            </a:extLst>
          </p:cNvPr>
          <p:cNvSpPr txBox="1">
            <a:spLocks/>
          </p:cNvSpPr>
          <p:nvPr>
            <p:custDataLst>
              <p:tags r:id="rId9"/>
            </p:custDataLst>
          </p:nvPr>
        </p:nvSpPr>
        <p:spPr>
          <a:xfrm>
            <a:off x="5682394" y="2480549"/>
            <a:ext cx="5900007" cy="2011680"/>
          </a:xfrm>
          <a:prstGeom prst="rect">
            <a:avLst/>
          </a:prstGeom>
        </p:spPr>
        <p:txBody>
          <a:bodyPr vert="horz" lIns="91440" tIns="45720" rIns="91440" bIns="45720" rtlCol="0">
            <a:normAutofit fontScale="92500" lnSpcReduction="10000"/>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93700" indent="-279400" fontAlgn="base">
              <a:lnSpc>
                <a:spcPct val="105000"/>
              </a:lnSpc>
              <a:spcBef>
                <a:spcPts val="800"/>
              </a:spcBef>
              <a:buClr>
                <a:schemeClr val="tx2"/>
              </a:buClr>
            </a:pPr>
            <a:r>
              <a:rPr lang="en-US" sz="1400" noProof="1"/>
              <a:t>Raw data from different sources was cleaned to remove duplicates, irrelevant postings, and inconsistent entries.
Standardization of job titles and skill keywords ensured uniformity across datasets for accurate comparison.
Missing salary data was handled carefully to maintain dataset integrity without biasing results.
Merged dataset allowed cross-referencing skills requirements with salary ranges and job roles for deeper insights.</a:t>
            </a:r>
          </a:p>
        </p:txBody>
      </p:sp>
      <p:sp>
        <p:nvSpPr>
          <p:cNvPr id="24" name="Rectangle 23">
            <a:extLst>
              <a:ext uri="{FF2B5EF4-FFF2-40B4-BE49-F238E27FC236}">
                <a16:creationId xmlns:a16="http://schemas.microsoft.com/office/drawing/2014/main" id="{89560131-ACF1-F033-120B-579CB8625387}"/>
              </a:ext>
            </a:extLst>
          </p:cNvPr>
          <p:cNvSpPr/>
          <p:nvPr>
            <p:custDataLst>
              <p:tags r:id="rId10"/>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2" name="TextBox 1">
            <a:extLst>
              <a:ext uri="{FF2B5EF4-FFF2-40B4-BE49-F238E27FC236}">
                <a16:creationId xmlns:a16="http://schemas.microsoft.com/office/drawing/2014/main" id="{444B6E20-4284-99A9-F9CC-7FFB10857878}"/>
              </a:ext>
            </a:extLst>
          </p:cNvPr>
          <p:cNvSpPr txBox="1"/>
          <p:nvPr>
            <p:custDataLst>
              <p:tags r:id="rId11"/>
            </p:custDataLst>
          </p:nvPr>
        </p:nvSpPr>
        <p:spPr>
          <a:xfrm>
            <a:off x="609600" y="460338"/>
            <a:ext cx="2743200" cy="414150"/>
          </a:xfrm>
          <a:prstGeom prst="rect">
            <a:avLst/>
          </a:prstGeom>
          <a:noFill/>
        </p:spPr>
        <p:txBody>
          <a:bodyPr wrap="square">
            <a:spAutoFit/>
          </a:bodyPr>
          <a:lstStyle/>
          <a:p>
            <a:r>
              <a:rPr lang="en-US" sz="1400" noProof="1">
                <a:solidFill>
                  <a:schemeClr val="tx2"/>
                </a:solidFill>
              </a:rPr>
              <a:t>Methodology</a:t>
            </a:r>
          </a:p>
        </p:txBody>
      </p:sp>
      <p:sp>
        <p:nvSpPr>
          <p:cNvPr id="3" name="Text Placeholder 6">
            <a:extLst>
              <a:ext uri="{FF2B5EF4-FFF2-40B4-BE49-F238E27FC236}">
                <a16:creationId xmlns:a16="http://schemas.microsoft.com/office/drawing/2014/main" id="{273B03FD-4745-7ECD-26EC-EBF7EC554E7E}"/>
              </a:ext>
            </a:extLst>
          </p:cNvPr>
          <p:cNvSpPr txBox="1">
            <a:spLocks/>
          </p:cNvSpPr>
          <p:nvPr>
            <p:custDataLst>
              <p:tags r:id="rId12"/>
            </p:custDataLst>
          </p:nvPr>
        </p:nvSpPr>
        <p:spPr>
          <a:xfrm>
            <a:off x="4168864" y="4492227"/>
            <a:ext cx="1513530" cy="2011680"/>
          </a:xfrm>
          <a:prstGeom prst="rect">
            <a:avLst/>
          </a:prstGeom>
        </p:spPr>
        <p:txBody>
          <a:bodyPr vert="horz" lIns="91440" tIns="45720" rIns="91440" bIns="45720" rtlCol="0" anchor="t">
            <a:normAutofit/>
          </a:bodyPr>
          <a:lstStyle>
            <a:lvl1pPr marL="0" indent="0" algn="l" defTabSz="914354" rtl="0" eaLnBrk="1" latinLnBrk="0" hangingPunct="1">
              <a:lnSpc>
                <a:spcPct val="120000"/>
              </a:lnSpc>
              <a:spcBef>
                <a:spcPts val="1200"/>
              </a:spcBef>
              <a:buFont typeface="Arial" panose="020B0604020202020204" pitchFamily="34" charset="0"/>
              <a:buNone/>
              <a:tabLst/>
              <a:defRPr sz="2000" b="1" kern="1200">
                <a:solidFill>
                  <a:schemeClr val="accent1"/>
                </a:solidFill>
                <a:latin typeface="Franklin Gothic Medium" panose="020B0603020102020204" pitchFamily="34" charset="0"/>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nSpc>
                <a:spcPct val="100000"/>
              </a:lnSpc>
            </a:pPr>
            <a:r>
              <a:rPr lang="en-US" sz="1500" noProof="1">
                <a:solidFill>
                  <a:schemeClr val="tx2"/>
                </a:solidFill>
                <a:latin typeface="+mj-lt"/>
              </a:rPr>
              <a:t>Analytical Approaches</a:t>
            </a:r>
          </a:p>
        </p:txBody>
      </p:sp>
      <p:sp>
        <p:nvSpPr>
          <p:cNvPr id="6" name="Content Placeholder 7">
            <a:extLst>
              <a:ext uri="{FF2B5EF4-FFF2-40B4-BE49-F238E27FC236}">
                <a16:creationId xmlns:a16="http://schemas.microsoft.com/office/drawing/2014/main" id="{DAD868A6-CA6E-8190-D548-B204FDB248F5}"/>
              </a:ext>
            </a:extLst>
          </p:cNvPr>
          <p:cNvSpPr txBox="1">
            <a:spLocks/>
          </p:cNvSpPr>
          <p:nvPr>
            <p:custDataLst>
              <p:tags r:id="rId13"/>
            </p:custDataLst>
          </p:nvPr>
        </p:nvSpPr>
        <p:spPr>
          <a:xfrm>
            <a:off x="5682394" y="4492228"/>
            <a:ext cx="5900007" cy="2011680"/>
          </a:xfrm>
          <a:prstGeom prst="rect">
            <a:avLst/>
          </a:prstGeom>
        </p:spPr>
        <p:txBody>
          <a:bodyPr vert="horz" lIns="91440" tIns="45720" rIns="91440" bIns="45720" rtlCol="0">
            <a:normAutofit fontScale="92500" lnSpcReduction="10000"/>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93700" indent="-279400" fontAlgn="base">
              <a:lnSpc>
                <a:spcPct val="105000"/>
              </a:lnSpc>
              <a:spcBef>
                <a:spcPts val="800"/>
              </a:spcBef>
              <a:buClr>
                <a:schemeClr val="tx2"/>
              </a:buClr>
            </a:pPr>
            <a:r>
              <a:rPr lang="en-US" sz="1400" noProof="1"/>
              <a:t>Unsupervised machine learning techniques clustered job postings by skill patterns and salary to identify distinct role groups.
Frequency analysis was used to determine the most demanded technical skills appearing in job listings.
Salary trend analysis compared average and distribution of pay across job roles, highlighting career progression.
Qualitative review of job descriptions supplemented quantitative data, especially for identifying soft skills and emerging trends.</a:t>
            </a:r>
          </a:p>
        </p:txBody>
      </p:sp>
      <p:grpSp>
        <p:nvGrpSpPr>
          <p:cNvPr id="10" name="Group 9">
            <a:extLst>
              <a:ext uri="{FF2B5EF4-FFF2-40B4-BE49-F238E27FC236}">
                <a16:creationId xmlns:a16="http://schemas.microsoft.com/office/drawing/2014/main" id="{95E5C027-3EBE-0A9B-5A24-1468E8246414}"/>
              </a:ext>
            </a:extLst>
          </p:cNvPr>
          <p:cNvGrpSpPr/>
          <p:nvPr>
            <p:custDataLst>
              <p:tags r:id="rId14"/>
            </p:custDataLst>
          </p:nvPr>
        </p:nvGrpSpPr>
        <p:grpSpPr>
          <a:xfrm>
            <a:off x="9440602" y="162617"/>
            <a:ext cx="2576145" cy="1301528"/>
            <a:chOff x="5326996" y="628184"/>
            <a:chExt cx="2576145" cy="1301528"/>
          </a:xfrm>
        </p:grpSpPr>
        <p:sp>
          <p:nvSpPr>
            <p:cNvPr id="11" name="Rounded Rectangle 10">
              <a:extLst>
                <a:ext uri="{FF2B5EF4-FFF2-40B4-BE49-F238E27FC236}">
                  <a16:creationId xmlns:a16="http://schemas.microsoft.com/office/drawing/2014/main" id="{454D2211-DBF0-C919-BCDD-89BC2E832F7C}"/>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solidFill>
                  <a:srgbClr val="100F19"/>
                </a:solidFill>
              </a:endParaRPr>
            </a:p>
          </p:txBody>
        </p:sp>
        <p:pic>
          <p:nvPicPr>
            <p:cNvPr id="12" name="Graphic 11">
              <a:extLst>
                <a:ext uri="{FF2B5EF4-FFF2-40B4-BE49-F238E27FC236}">
                  <a16:creationId xmlns:a16="http://schemas.microsoft.com/office/drawing/2014/main" id="{9275F25D-BBB6-13C7-591E-6F25A436C516}"/>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440548" y="734271"/>
              <a:ext cx="219238" cy="219238"/>
            </a:xfrm>
            <a:prstGeom prst="rect">
              <a:avLst/>
            </a:prstGeom>
          </p:spPr>
        </p:pic>
        <p:sp>
          <p:nvSpPr>
            <p:cNvPr id="13" name="Freeform 12">
              <a:extLst>
                <a:ext uri="{FF2B5EF4-FFF2-40B4-BE49-F238E27FC236}">
                  <a16:creationId xmlns:a16="http://schemas.microsoft.com/office/drawing/2014/main" id="{E41313C6-CFFD-4CF5-2BA2-D72B6F98DF59}"/>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a:solidFill>
                  <a:srgbClr val="100F19"/>
                </a:solidFill>
              </a:endParaRPr>
            </a:p>
          </p:txBody>
        </p:sp>
      </p:grpSp>
      <p:sp>
        <p:nvSpPr>
          <p:cNvPr id="14" name="TextBox 13">
            <a:extLst>
              <a:ext uri="{FF2B5EF4-FFF2-40B4-BE49-F238E27FC236}">
                <a16:creationId xmlns:a16="http://schemas.microsoft.com/office/drawing/2014/main" id="{66A0CF72-49F3-ADB6-A604-C7203562F01F}"/>
              </a:ext>
            </a:extLst>
          </p:cNvPr>
          <p:cNvSpPr txBox="1"/>
          <p:nvPr>
            <p:custDataLst>
              <p:tags r:id="rId15"/>
            </p:custDataLst>
          </p:nvPr>
        </p:nvSpPr>
        <p:spPr>
          <a:xfrm>
            <a:off x="9552588" y="542869"/>
            <a:ext cx="2351599" cy="825024"/>
          </a:xfrm>
          <a:prstGeom prst="rect">
            <a:avLst/>
          </a:prstGeom>
          <a:noFill/>
        </p:spPr>
        <p:txBody>
          <a:bodyPr wrap="square" lIns="0" tIns="45720" rIns="0" bIns="0" rtlCol="0">
            <a:normAutofit/>
          </a:bodyPr>
          <a:lstStyle/>
          <a:p>
            <a:r>
              <a:rPr lang="en-US" sz="1100">
                <a:solidFill>
                  <a:srgbClr val="100F19"/>
                </a:solidFill>
                <a:latin typeface="Franklin Gothic Book" panose="020B0503020102020204" pitchFamily="34" charset="0"/>
              </a:rPr>
              <a:t>Highlight any unique or proprietary data sources you may have used to enhance credibility.</a:t>
            </a:r>
          </a:p>
        </p:txBody>
      </p:sp>
    </p:spTree>
    <p:custDataLst>
      <p:tags r:id="rId1"/>
    </p:custDataLst>
    <p:extLst>
      <p:ext uri="{BB962C8B-B14F-4D97-AF65-F5344CB8AC3E}">
        <p14:creationId xmlns:p14="http://schemas.microsoft.com/office/powerpoint/2010/main" val="2838872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92E64D0-4370-85F3-EF4C-0B6CC84D5DB0}"/>
              </a:ext>
            </a:extLst>
          </p:cNvPr>
          <p:cNvSpPr/>
          <p:nvPr/>
        </p:nvSpPr>
        <p:spPr>
          <a:xfrm>
            <a:off x="-177" y="-1"/>
            <a:ext cx="404505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0" name="TextBox 9">
            <a:extLst>
              <a:ext uri="{FF2B5EF4-FFF2-40B4-BE49-F238E27FC236}">
                <a16:creationId xmlns:a16="http://schemas.microsoft.com/office/drawing/2014/main" id="{33A3C79D-0541-BA11-F04E-40B9C2C25841}"/>
              </a:ext>
            </a:extLst>
          </p:cNvPr>
          <p:cNvSpPr txBox="1"/>
          <p:nvPr>
            <p:custDataLst>
              <p:tags r:id="rId1"/>
            </p:custDataLst>
          </p:nvPr>
        </p:nvSpPr>
        <p:spPr>
          <a:xfrm>
            <a:off x="609600" y="460338"/>
            <a:ext cx="3134061" cy="414150"/>
          </a:xfrm>
          <a:prstGeom prst="rect">
            <a:avLst/>
          </a:prstGeom>
          <a:noFill/>
        </p:spPr>
        <p:txBody>
          <a:bodyPr wrap="square">
            <a:spAutoFit/>
          </a:bodyPr>
          <a:lstStyle/>
          <a:p>
            <a:r>
              <a:rPr lang="en-US" sz="1400" dirty="0">
                <a:solidFill>
                  <a:schemeClr val="tx2"/>
                </a:solidFill>
              </a:rPr>
              <a:t>Dataset Overview</a:t>
            </a:r>
          </a:p>
        </p:txBody>
      </p:sp>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2"/>
            </p:custDataLst>
          </p:nvPr>
        </p:nvSpPr>
        <p:spPr>
          <a:xfrm>
            <a:off x="609600" y="700740"/>
            <a:ext cx="2946360" cy="5440943"/>
          </a:xfrm>
        </p:spPr>
        <p:txBody>
          <a:bodyPr>
            <a:normAutofit/>
          </a:bodyPr>
          <a:lstStyle/>
          <a:p>
            <a:r>
              <a:rPr lang="en-US"/>
              <a:t>Snapshot of the Dataset</a:t>
            </a:r>
          </a:p>
        </p:txBody>
      </p:sp>
      <p:sp>
        <p:nvSpPr>
          <p:cNvPr id="3" name="Content Placeholder 2">
            <a:extLst>
              <a:ext uri="{FF2B5EF4-FFF2-40B4-BE49-F238E27FC236}">
                <a16:creationId xmlns:a16="http://schemas.microsoft.com/office/drawing/2014/main" id="{D45F11BD-1796-5EBC-FAC3-5CDD146B1139}"/>
              </a:ext>
            </a:extLst>
          </p:cNvPr>
          <p:cNvSpPr>
            <a:spLocks noGrp="1"/>
          </p:cNvSpPr>
          <p:nvPr>
            <p:ph sz="half" idx="14"/>
            <p:custDataLst>
              <p:tags r:id="rId3"/>
            </p:custDataLst>
          </p:nvPr>
        </p:nvSpPr>
        <p:spPr>
          <a:xfrm>
            <a:off x="6669741" y="468868"/>
            <a:ext cx="4912658" cy="2926080"/>
          </a:xfrm>
        </p:spPr>
        <p:txBody>
          <a:bodyPr anchor="t">
            <a:noAutofit/>
          </a:bodyPr>
          <a:lstStyle/>
          <a:p>
            <a:pPr marL="296863" indent="-285750">
              <a:lnSpc>
                <a:spcPct val="100000"/>
              </a:lnSpc>
              <a:buClr>
                <a:schemeClr val="tx2"/>
              </a:buClr>
              <a:buFont typeface="Arial" panose="020B0604020202020204" pitchFamily="34" charset="0"/>
              <a:buChar char="•"/>
            </a:pPr>
            <a:r>
              <a:rPr lang="en-US" dirty="0">
                <a:solidFill>
                  <a:schemeClr val="tx2"/>
                </a:solidFill>
              </a:rPr>
              <a:t>Over 1,100 job listings focused on data roles such as Data Analyst, Scientist, and Engineer.
Data merged from Glassdoor salary data and live job listings from Workable/Apify.
Includes detailed fields: company name, job title, category, average salary, and skill requirements.
Data cleaned and standardized to ensure accurate, comparable analysis.</a:t>
            </a:r>
          </a:p>
        </p:txBody>
      </p:sp>
      <p:sp>
        <p:nvSpPr>
          <p:cNvPr id="8" name="Content Placeholder 7">
            <a:extLst>
              <a:ext uri="{FF2B5EF4-FFF2-40B4-BE49-F238E27FC236}">
                <a16:creationId xmlns:a16="http://schemas.microsoft.com/office/drawing/2014/main" id="{45FE15B0-B4BD-0C40-EECE-D127CDC241DA}"/>
              </a:ext>
            </a:extLst>
          </p:cNvPr>
          <p:cNvSpPr>
            <a:spLocks noGrp="1"/>
          </p:cNvSpPr>
          <p:nvPr>
            <p:ph sz="half" idx="15"/>
            <p:custDataLst>
              <p:tags r:id="rId4"/>
            </p:custDataLst>
          </p:nvPr>
        </p:nvSpPr>
        <p:spPr>
          <a:xfrm>
            <a:off x="6669741" y="3474720"/>
            <a:ext cx="4912658" cy="2926080"/>
          </a:xfrm>
        </p:spPr>
        <p:txBody>
          <a:bodyPr anchor="t">
            <a:normAutofit/>
          </a:bodyPr>
          <a:lstStyle/>
          <a:p>
            <a:pPr marL="296863" indent="-285750">
              <a:lnSpc>
                <a:spcPct val="100000"/>
              </a:lnSpc>
              <a:buClr>
                <a:schemeClr val="tx2"/>
              </a:buClr>
              <a:buFont typeface="Arial" panose="020B0604020202020204" pitchFamily="34" charset="0"/>
              <a:buChar char="•"/>
            </a:pPr>
            <a:r>
              <a:rPr lang="en-US">
                <a:solidFill>
                  <a:schemeClr val="tx2"/>
                </a:solidFill>
              </a:rPr>
              <a:t>Job titles categorized by role and industry sector.
Salary estimates accompanying each job posting for compensation analysis.
Skill indicators marking demand for technologies like Python, Excel, AWS, Spark.
Combination of historical salary data and live skill mentions for current market relevance.</a:t>
            </a:r>
          </a:p>
        </p:txBody>
      </p:sp>
      <p:sp>
        <p:nvSpPr>
          <p:cNvPr id="2" name="Text Placeholder 1">
            <a:extLst>
              <a:ext uri="{FF2B5EF4-FFF2-40B4-BE49-F238E27FC236}">
                <a16:creationId xmlns:a16="http://schemas.microsoft.com/office/drawing/2014/main" id="{50DAD59D-6660-E3CC-EBBD-8F9A58AAA134}"/>
              </a:ext>
            </a:extLst>
          </p:cNvPr>
          <p:cNvSpPr>
            <a:spLocks noGrp="1"/>
          </p:cNvSpPr>
          <p:nvPr>
            <p:ph type="body" idx="17"/>
            <p:custDataLst>
              <p:tags r:id="rId5"/>
            </p:custDataLst>
          </p:nvPr>
        </p:nvSpPr>
        <p:spPr>
          <a:xfrm>
            <a:off x="4855680" y="468867"/>
            <a:ext cx="1765267" cy="2926080"/>
          </a:xfrm>
        </p:spPr>
        <p:txBody>
          <a:bodyPr anchor="t">
            <a:normAutofit/>
          </a:bodyPr>
          <a:lstStyle/>
          <a:p>
            <a:pPr>
              <a:lnSpc>
                <a:spcPct val="100000"/>
              </a:lnSpc>
            </a:pPr>
            <a:r>
              <a:rPr lang="en-US" sz="1800" dirty="0">
                <a:latin typeface="+mj-lt"/>
              </a:rPr>
              <a:t>Dataset Composition and Sources</a:t>
            </a:r>
          </a:p>
        </p:txBody>
      </p:sp>
      <p:sp>
        <p:nvSpPr>
          <p:cNvPr id="7" name="Text Placeholder 6">
            <a:extLst>
              <a:ext uri="{FF2B5EF4-FFF2-40B4-BE49-F238E27FC236}">
                <a16:creationId xmlns:a16="http://schemas.microsoft.com/office/drawing/2014/main" id="{742DB6D4-ED85-3BE7-8A4B-9990F88085F9}"/>
              </a:ext>
            </a:extLst>
          </p:cNvPr>
          <p:cNvSpPr>
            <a:spLocks noGrp="1"/>
          </p:cNvSpPr>
          <p:nvPr>
            <p:ph type="body" idx="18"/>
            <p:custDataLst>
              <p:tags r:id="rId6"/>
            </p:custDataLst>
          </p:nvPr>
        </p:nvSpPr>
        <p:spPr>
          <a:xfrm>
            <a:off x="4855680" y="3474720"/>
            <a:ext cx="1765267" cy="2926080"/>
          </a:xfrm>
        </p:spPr>
        <p:txBody>
          <a:bodyPr anchor="t">
            <a:normAutofit/>
          </a:bodyPr>
          <a:lstStyle/>
          <a:p>
            <a:pPr>
              <a:lnSpc>
                <a:spcPct val="100000"/>
              </a:lnSpc>
            </a:pPr>
            <a:r>
              <a:rPr lang="en-US" sz="1800">
                <a:latin typeface="+mj-lt"/>
              </a:rPr>
              <a:t>Key Data Fields and Features</a:t>
            </a:r>
          </a:p>
        </p:txBody>
      </p:sp>
      <p:pic>
        <p:nvPicPr>
          <p:cNvPr id="5" name="Graphic 4">
            <a:extLst>
              <a:ext uri="{FF2B5EF4-FFF2-40B4-BE49-F238E27FC236}">
                <a16:creationId xmlns:a16="http://schemas.microsoft.com/office/drawing/2014/main" id="{9BF83028-B71F-D543-D00E-40F17FA12546}"/>
              </a:ext>
            </a:extLst>
          </p:cNvPr>
          <p:cNvPicPr>
            <a:picLocks noChangeAspect="1"/>
          </p:cNvPicPr>
          <p:nvPr>
            <p:custDataLst>
              <p:tags r:id="rId7"/>
            </p:custDataLst>
          </p:nvPr>
        </p:nvPicPr>
        <p:blipFill>
          <a:blip r:embed="rId13">
            <a:extLst>
              <a:ext uri="{96DAC541-7B7A-43D3-8B79-37D633B846F1}">
                <asvg:svgBlip xmlns:asvg="http://schemas.microsoft.com/office/drawing/2016/SVG/main" r:embed="rId14"/>
              </a:ext>
            </a:extLst>
          </a:blip>
          <a:stretch>
            <a:fillRect/>
          </a:stretch>
        </p:blipFill>
        <p:spPr>
          <a:xfrm>
            <a:off x="4465250" y="542869"/>
            <a:ext cx="274320" cy="274320"/>
          </a:xfrm>
          <a:prstGeom prst="rect">
            <a:avLst/>
          </a:prstGeom>
        </p:spPr>
      </p:pic>
      <p:pic>
        <p:nvPicPr>
          <p:cNvPr id="6" name="Graphic 5">
            <a:extLst>
              <a:ext uri="{FF2B5EF4-FFF2-40B4-BE49-F238E27FC236}">
                <a16:creationId xmlns:a16="http://schemas.microsoft.com/office/drawing/2014/main" id="{9E3399F0-D756-19DD-B624-146CDF759136}"/>
              </a:ext>
            </a:extLst>
          </p:cNvPr>
          <p:cNvPicPr>
            <a:picLocks noChangeAspect="1"/>
          </p:cNvPicPr>
          <p:nvPr>
            <p:custDataLst>
              <p:tags r:id="rId8"/>
            </p:custDataLst>
          </p:nvPr>
        </p:nvPicPr>
        <p:blipFill>
          <a:blip r:embed="rId15">
            <a:extLst>
              <a:ext uri="{96DAC541-7B7A-43D3-8B79-37D633B846F1}">
                <asvg:svgBlip xmlns:asvg="http://schemas.microsoft.com/office/drawing/2016/SVG/main" r:embed="rId16"/>
              </a:ext>
            </a:extLst>
          </a:blip>
          <a:stretch>
            <a:fillRect/>
          </a:stretch>
        </p:blipFill>
        <p:spPr>
          <a:xfrm>
            <a:off x="4468800" y="3529647"/>
            <a:ext cx="274320" cy="274320"/>
          </a:xfrm>
          <a:prstGeom prst="rect">
            <a:avLst/>
          </a:prstGeom>
        </p:spPr>
      </p:pic>
      <p:sp>
        <p:nvSpPr>
          <p:cNvPr id="9" name="Rectangle 8">
            <a:extLst>
              <a:ext uri="{FF2B5EF4-FFF2-40B4-BE49-F238E27FC236}">
                <a16:creationId xmlns:a16="http://schemas.microsoft.com/office/drawing/2014/main" id="{0E386B71-A298-AB77-C4FC-216AB1DF3078}"/>
              </a:ext>
            </a:extLst>
          </p:cNvPr>
          <p:cNvSpPr/>
          <p:nvPr>
            <p:custDataLst>
              <p:tags r:id="rId9"/>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2AB9C0AF-25D5-47F8-64A8-CAAE15D69A02}"/>
              </a:ext>
            </a:extLst>
          </p:cNvPr>
          <p:cNvGrpSpPr/>
          <p:nvPr>
            <p:custDataLst>
              <p:tags r:id="rId10"/>
            </p:custDataLst>
          </p:nvPr>
        </p:nvGrpSpPr>
        <p:grpSpPr>
          <a:xfrm>
            <a:off x="9440602" y="162617"/>
            <a:ext cx="2576145" cy="1301528"/>
            <a:chOff x="5326996" y="628184"/>
            <a:chExt cx="2576145" cy="1301528"/>
          </a:xfrm>
        </p:grpSpPr>
        <p:sp>
          <p:nvSpPr>
            <p:cNvPr id="16" name="Rounded Rectangle 15">
              <a:extLst>
                <a:ext uri="{FF2B5EF4-FFF2-40B4-BE49-F238E27FC236}">
                  <a16:creationId xmlns:a16="http://schemas.microsoft.com/office/drawing/2014/main" id="{2E81D9E2-CBCF-396E-40A7-2D9AA68BC3D0}"/>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solidFill>
                  <a:srgbClr val="100F19"/>
                </a:solidFill>
              </a:endParaRPr>
            </a:p>
          </p:txBody>
        </p:sp>
        <p:pic>
          <p:nvPicPr>
            <p:cNvPr id="17" name="Graphic 16">
              <a:extLst>
                <a:ext uri="{FF2B5EF4-FFF2-40B4-BE49-F238E27FC236}">
                  <a16:creationId xmlns:a16="http://schemas.microsoft.com/office/drawing/2014/main" id="{D0D8F835-CB74-E8FB-0166-274A7A40CEBC}"/>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440548" y="734271"/>
              <a:ext cx="219238" cy="219238"/>
            </a:xfrm>
            <a:prstGeom prst="rect">
              <a:avLst/>
            </a:prstGeom>
          </p:spPr>
        </p:pic>
        <p:sp>
          <p:nvSpPr>
            <p:cNvPr id="18" name="Freeform 17">
              <a:extLst>
                <a:ext uri="{FF2B5EF4-FFF2-40B4-BE49-F238E27FC236}">
                  <a16:creationId xmlns:a16="http://schemas.microsoft.com/office/drawing/2014/main" id="{F9DA9F27-E2E6-C1A8-2615-9D27D1F3E0F8}"/>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a:solidFill>
                  <a:srgbClr val="100F19"/>
                </a:solidFill>
              </a:endParaRPr>
            </a:p>
          </p:txBody>
        </p:sp>
      </p:grpSp>
      <p:sp>
        <p:nvSpPr>
          <p:cNvPr id="19" name="TextBox 18">
            <a:extLst>
              <a:ext uri="{FF2B5EF4-FFF2-40B4-BE49-F238E27FC236}">
                <a16:creationId xmlns:a16="http://schemas.microsoft.com/office/drawing/2014/main" id="{A64C4E9B-C5BF-CF2D-E1A0-05A8BD5C9AFD}"/>
              </a:ext>
            </a:extLst>
          </p:cNvPr>
          <p:cNvSpPr txBox="1"/>
          <p:nvPr>
            <p:custDataLst>
              <p:tags r:id="rId11"/>
            </p:custDataLst>
          </p:nvPr>
        </p:nvSpPr>
        <p:spPr>
          <a:xfrm>
            <a:off x="9552588" y="542869"/>
            <a:ext cx="2351599" cy="825024"/>
          </a:xfrm>
          <a:prstGeom prst="rect">
            <a:avLst/>
          </a:prstGeom>
          <a:noFill/>
        </p:spPr>
        <p:txBody>
          <a:bodyPr wrap="square" lIns="0" tIns="45720" rIns="0" bIns="0" rtlCol="0">
            <a:normAutofit/>
          </a:bodyPr>
          <a:lstStyle/>
          <a:p>
            <a:r>
              <a:rPr lang="en-US" sz="1200" dirty="0">
                <a:solidFill>
                  <a:srgbClr val="100F19"/>
                </a:solidFill>
                <a:latin typeface="Franklin Gothic Book" panose="020B0503020102020204" pitchFamily="34" charset="0"/>
              </a:rPr>
              <a:t>Add a visual sample or table excerpt of your actual dataset to increase audience engagement and clarity.</a:t>
            </a:r>
          </a:p>
        </p:txBody>
      </p:sp>
    </p:spTree>
    <p:extLst>
      <p:ext uri="{BB962C8B-B14F-4D97-AF65-F5344CB8AC3E}">
        <p14:creationId xmlns:p14="http://schemas.microsoft.com/office/powerpoint/2010/main" val="1285747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D16DF6B6-895B-2610-5D23-79459BFBD8AB}"/>
              </a:ext>
            </a:extLst>
          </p:cNvPr>
          <p:cNvSpPr txBox="1"/>
          <p:nvPr>
            <p:custDataLst>
              <p:tags r:id="rId1"/>
            </p:custDataLst>
          </p:nvPr>
        </p:nvSpPr>
        <p:spPr>
          <a:xfrm>
            <a:off x="609600" y="460338"/>
            <a:ext cx="5486400" cy="414150"/>
          </a:xfrm>
          <a:prstGeom prst="rect">
            <a:avLst/>
          </a:prstGeom>
          <a:noFill/>
        </p:spPr>
        <p:txBody>
          <a:bodyPr wrap="square">
            <a:spAutoFit/>
          </a:bodyPr>
          <a:lstStyle/>
          <a:p>
            <a:r>
              <a:rPr lang="en-US" sz="1400">
                <a:solidFill>
                  <a:schemeClr val="tx2"/>
                </a:solidFill>
              </a:rPr>
              <a:t>Job Roles</a:t>
            </a:r>
          </a:p>
        </p:txBody>
      </p:sp>
      <p:sp>
        <p:nvSpPr>
          <p:cNvPr id="2" name="Title 1">
            <a:extLst>
              <a:ext uri="{FF2B5EF4-FFF2-40B4-BE49-F238E27FC236}">
                <a16:creationId xmlns:a16="http://schemas.microsoft.com/office/drawing/2014/main" id="{360F5513-74E7-35AC-4F65-3A3D9651E7E8}"/>
              </a:ext>
            </a:extLst>
          </p:cNvPr>
          <p:cNvSpPr>
            <a:spLocks noGrp="1"/>
          </p:cNvSpPr>
          <p:nvPr>
            <p:ph type="title"/>
            <p:custDataLst>
              <p:tags r:id="rId2"/>
            </p:custDataLst>
          </p:nvPr>
        </p:nvSpPr>
        <p:spPr>
          <a:xfrm>
            <a:off x="609600" y="700741"/>
            <a:ext cx="10972800" cy="792480"/>
          </a:xfrm>
        </p:spPr>
        <p:txBody>
          <a:bodyPr>
            <a:normAutofit/>
          </a:bodyPr>
          <a:lstStyle/>
          <a:p>
            <a:r>
              <a:rPr lang="en-US"/>
              <a:t>Key Findings: Growing Job Roles</a:t>
            </a:r>
          </a:p>
        </p:txBody>
      </p:sp>
      <p:sp>
        <p:nvSpPr>
          <p:cNvPr id="3" name="Content Placeholder 2">
            <a:extLst>
              <a:ext uri="{FF2B5EF4-FFF2-40B4-BE49-F238E27FC236}">
                <a16:creationId xmlns:a16="http://schemas.microsoft.com/office/drawing/2014/main" id="{9615F595-E63F-167A-FB35-5F4B78581198}"/>
              </a:ext>
            </a:extLst>
          </p:cNvPr>
          <p:cNvSpPr>
            <a:spLocks noGrp="1"/>
          </p:cNvSpPr>
          <p:nvPr>
            <p:ph sz="half" idx="14"/>
            <p:custDataLst>
              <p:tags r:id="rId3"/>
            </p:custDataLst>
          </p:nvPr>
        </p:nvSpPr>
        <p:spPr>
          <a:xfrm>
            <a:off x="6095999" y="1635354"/>
            <a:ext cx="5486399" cy="1051560"/>
          </a:xfrm>
        </p:spPr>
        <p:txBody>
          <a:bodyPr>
            <a:normAutofit/>
          </a:bodyPr>
          <a:lstStyle/>
          <a:p>
            <a:r>
              <a:rPr lang="en-US" sz="1800">
                <a:solidFill>
                  <a:schemeClr val="tx2"/>
                </a:solidFill>
              </a:rPr>
              <a:t>Data Scientist Jobs</a:t>
            </a:r>
          </a:p>
        </p:txBody>
      </p:sp>
      <p:sp>
        <p:nvSpPr>
          <p:cNvPr id="4" name="Content Placeholder 3">
            <a:extLst>
              <a:ext uri="{FF2B5EF4-FFF2-40B4-BE49-F238E27FC236}">
                <a16:creationId xmlns:a16="http://schemas.microsoft.com/office/drawing/2014/main" id="{2ACBCEFA-7B16-6548-85CF-B1AEB318C3A3}"/>
              </a:ext>
            </a:extLst>
          </p:cNvPr>
          <p:cNvSpPr>
            <a:spLocks noGrp="1"/>
          </p:cNvSpPr>
          <p:nvPr>
            <p:ph sz="half" idx="15"/>
            <p:custDataLst>
              <p:tags r:id="rId4"/>
            </p:custDataLst>
          </p:nvPr>
        </p:nvSpPr>
        <p:spPr>
          <a:xfrm>
            <a:off x="6095999" y="2765218"/>
            <a:ext cx="5486399" cy="1051560"/>
          </a:xfrm>
        </p:spPr>
        <p:txBody>
          <a:bodyPr>
            <a:normAutofit/>
          </a:bodyPr>
          <a:lstStyle/>
          <a:p>
            <a:r>
              <a:rPr lang="en-US" sz="1800" dirty="0">
                <a:solidFill>
                  <a:schemeClr val="tx2"/>
                </a:solidFill>
              </a:rPr>
              <a:t>Data Engineer Jobs</a:t>
            </a:r>
          </a:p>
        </p:txBody>
      </p:sp>
      <p:sp>
        <p:nvSpPr>
          <p:cNvPr id="7" name="Content Placeholder 6">
            <a:extLst>
              <a:ext uri="{FF2B5EF4-FFF2-40B4-BE49-F238E27FC236}">
                <a16:creationId xmlns:a16="http://schemas.microsoft.com/office/drawing/2014/main" id="{9E0681CF-CA9D-0C2B-DD33-EB9B1CDB2CDD}"/>
              </a:ext>
            </a:extLst>
          </p:cNvPr>
          <p:cNvSpPr>
            <a:spLocks noGrp="1"/>
          </p:cNvSpPr>
          <p:nvPr>
            <p:ph sz="half" idx="16"/>
            <p:custDataLst>
              <p:tags r:id="rId5"/>
            </p:custDataLst>
          </p:nvPr>
        </p:nvSpPr>
        <p:spPr>
          <a:xfrm>
            <a:off x="6095999" y="3895082"/>
            <a:ext cx="5486399" cy="1051560"/>
          </a:xfrm>
        </p:spPr>
        <p:txBody>
          <a:bodyPr>
            <a:normAutofit/>
          </a:bodyPr>
          <a:lstStyle/>
          <a:p>
            <a:r>
              <a:rPr lang="en-US" sz="1800" dirty="0">
                <a:solidFill>
                  <a:schemeClr val="tx2"/>
                </a:solidFill>
              </a:rPr>
              <a:t>Data Analyst</a:t>
            </a:r>
          </a:p>
        </p:txBody>
      </p:sp>
      <p:sp>
        <p:nvSpPr>
          <p:cNvPr id="5" name="Text Placeholder 4">
            <a:extLst>
              <a:ext uri="{FF2B5EF4-FFF2-40B4-BE49-F238E27FC236}">
                <a16:creationId xmlns:a16="http://schemas.microsoft.com/office/drawing/2014/main" id="{6CABB3C3-CC29-A6CB-7285-CB4EE6B3D3B5}"/>
              </a:ext>
            </a:extLst>
          </p:cNvPr>
          <p:cNvSpPr>
            <a:spLocks noGrp="1"/>
          </p:cNvSpPr>
          <p:nvPr>
            <p:ph type="body" idx="17"/>
            <p:custDataLst>
              <p:tags r:id="rId6"/>
            </p:custDataLst>
          </p:nvPr>
        </p:nvSpPr>
        <p:spPr>
          <a:xfrm>
            <a:off x="609600" y="1635354"/>
            <a:ext cx="5273842" cy="1051560"/>
          </a:xfrm>
        </p:spPr>
        <p:txBody>
          <a:bodyPr>
            <a:normAutofit/>
          </a:bodyPr>
          <a:lstStyle/>
          <a:p>
            <a:r>
              <a:rPr lang="en-US" sz="2800">
                <a:solidFill>
                  <a:schemeClr val="accent2"/>
                </a:solidFill>
                <a:latin typeface="+mj-lt"/>
              </a:rPr>
              <a:t>36</a:t>
            </a:r>
          </a:p>
        </p:txBody>
      </p:sp>
      <p:sp>
        <p:nvSpPr>
          <p:cNvPr id="6" name="Text Placeholder 5">
            <a:extLst>
              <a:ext uri="{FF2B5EF4-FFF2-40B4-BE49-F238E27FC236}">
                <a16:creationId xmlns:a16="http://schemas.microsoft.com/office/drawing/2014/main" id="{E7E59C2A-C0A0-10F5-DD93-04AE30790195}"/>
              </a:ext>
            </a:extLst>
          </p:cNvPr>
          <p:cNvSpPr>
            <a:spLocks noGrp="1"/>
          </p:cNvSpPr>
          <p:nvPr>
            <p:ph type="body" idx="18"/>
            <p:custDataLst>
              <p:tags r:id="rId7"/>
            </p:custDataLst>
          </p:nvPr>
        </p:nvSpPr>
        <p:spPr>
          <a:xfrm>
            <a:off x="609600" y="2764008"/>
            <a:ext cx="5273842" cy="1051560"/>
          </a:xfrm>
        </p:spPr>
        <p:txBody>
          <a:bodyPr>
            <a:normAutofit/>
          </a:bodyPr>
          <a:lstStyle/>
          <a:p>
            <a:r>
              <a:rPr lang="en-US" sz="2800">
                <a:solidFill>
                  <a:schemeClr val="accent2"/>
                </a:solidFill>
                <a:latin typeface="+mj-lt"/>
              </a:rPr>
              <a:t>35</a:t>
            </a:r>
          </a:p>
        </p:txBody>
      </p:sp>
      <p:sp>
        <p:nvSpPr>
          <p:cNvPr id="9" name="Text Placeholder 8">
            <a:extLst>
              <a:ext uri="{FF2B5EF4-FFF2-40B4-BE49-F238E27FC236}">
                <a16:creationId xmlns:a16="http://schemas.microsoft.com/office/drawing/2014/main" id="{F0AEC3E2-A94A-9E2A-7D03-93B6EA6A0F69}"/>
              </a:ext>
            </a:extLst>
          </p:cNvPr>
          <p:cNvSpPr>
            <a:spLocks noGrp="1"/>
          </p:cNvSpPr>
          <p:nvPr>
            <p:ph type="body" idx="19"/>
            <p:custDataLst>
              <p:tags r:id="rId8"/>
            </p:custDataLst>
          </p:nvPr>
        </p:nvSpPr>
        <p:spPr>
          <a:xfrm>
            <a:off x="609600" y="3892662"/>
            <a:ext cx="5273842" cy="1051560"/>
          </a:xfrm>
        </p:spPr>
        <p:txBody>
          <a:bodyPr>
            <a:normAutofit/>
          </a:bodyPr>
          <a:lstStyle/>
          <a:p>
            <a:r>
              <a:rPr lang="en-US" sz="2800" dirty="0">
                <a:solidFill>
                  <a:schemeClr val="accent2"/>
                </a:solidFill>
                <a:latin typeface="+mj-lt"/>
              </a:rPr>
              <a:t>46</a:t>
            </a:r>
          </a:p>
        </p:txBody>
      </p:sp>
      <p:sp>
        <p:nvSpPr>
          <p:cNvPr id="8" name="Content Placeholder 7">
            <a:extLst>
              <a:ext uri="{FF2B5EF4-FFF2-40B4-BE49-F238E27FC236}">
                <a16:creationId xmlns:a16="http://schemas.microsoft.com/office/drawing/2014/main" id="{46C12E53-DFB6-D4C5-79D9-BCB48FE10479}"/>
              </a:ext>
            </a:extLst>
          </p:cNvPr>
          <p:cNvSpPr>
            <a:spLocks noGrp="1"/>
          </p:cNvSpPr>
          <p:nvPr>
            <p:ph sz="half" idx="20"/>
            <p:custDataLst>
              <p:tags r:id="rId9"/>
            </p:custDataLst>
          </p:nvPr>
        </p:nvSpPr>
        <p:spPr>
          <a:xfrm>
            <a:off x="6096000" y="5024945"/>
            <a:ext cx="5486399" cy="1051560"/>
          </a:xfrm>
        </p:spPr>
        <p:txBody>
          <a:bodyPr>
            <a:normAutofit/>
          </a:bodyPr>
          <a:lstStyle/>
          <a:p>
            <a:endParaRPr lang="en-US" sz="1800" dirty="0">
              <a:solidFill>
                <a:schemeClr val="tx2"/>
              </a:solidFill>
            </a:endParaRPr>
          </a:p>
        </p:txBody>
      </p:sp>
      <p:sp>
        <p:nvSpPr>
          <p:cNvPr id="10" name="Text Placeholder 9">
            <a:extLst>
              <a:ext uri="{FF2B5EF4-FFF2-40B4-BE49-F238E27FC236}">
                <a16:creationId xmlns:a16="http://schemas.microsoft.com/office/drawing/2014/main" id="{E9559AB3-0560-2105-C3F4-68590A34679A}"/>
              </a:ext>
            </a:extLst>
          </p:cNvPr>
          <p:cNvSpPr>
            <a:spLocks noGrp="1"/>
          </p:cNvSpPr>
          <p:nvPr>
            <p:ph type="body" idx="21"/>
            <p:custDataLst>
              <p:tags r:id="rId10"/>
            </p:custDataLst>
          </p:nvPr>
        </p:nvSpPr>
        <p:spPr>
          <a:xfrm>
            <a:off x="609601" y="5021317"/>
            <a:ext cx="5273842" cy="1051560"/>
          </a:xfrm>
        </p:spPr>
        <p:txBody>
          <a:bodyPr>
            <a:normAutofit/>
          </a:bodyPr>
          <a:lstStyle/>
          <a:p>
            <a:endParaRPr lang="en-US" sz="2800" dirty="0">
              <a:solidFill>
                <a:schemeClr val="accent2"/>
              </a:solidFill>
              <a:latin typeface="+mj-lt"/>
            </a:endParaRPr>
          </a:p>
        </p:txBody>
      </p:sp>
      <p:sp>
        <p:nvSpPr>
          <p:cNvPr id="11" name="Rectangle 10">
            <a:extLst>
              <a:ext uri="{FF2B5EF4-FFF2-40B4-BE49-F238E27FC236}">
                <a16:creationId xmlns:a16="http://schemas.microsoft.com/office/drawing/2014/main" id="{CCE63B94-72EB-8DEA-3525-A3BD59D8EA61}"/>
              </a:ext>
            </a:extLst>
          </p:cNvPr>
          <p:cNvSpPr/>
          <p:nvPr>
            <p:custDataLst>
              <p:tags r:id="rId11"/>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Franklin Gothic Book" panose="020B0503020102020204"/>
              <a:ea typeface="+mn-ea"/>
              <a:cs typeface="+mn-cs"/>
            </a:endParaRPr>
          </a:p>
        </p:txBody>
      </p:sp>
      <p:grpSp>
        <p:nvGrpSpPr>
          <p:cNvPr id="17" name="Group 16">
            <a:extLst>
              <a:ext uri="{FF2B5EF4-FFF2-40B4-BE49-F238E27FC236}">
                <a16:creationId xmlns:a16="http://schemas.microsoft.com/office/drawing/2014/main" id="{C312138E-C20B-77BB-9A22-6B35FFDB3496}"/>
              </a:ext>
            </a:extLst>
          </p:cNvPr>
          <p:cNvGrpSpPr/>
          <p:nvPr>
            <p:custDataLst>
              <p:tags r:id="rId12"/>
            </p:custDataLst>
          </p:nvPr>
        </p:nvGrpSpPr>
        <p:grpSpPr>
          <a:xfrm>
            <a:off x="9440602" y="162617"/>
            <a:ext cx="2576145" cy="1301528"/>
            <a:chOff x="5326996" y="628184"/>
            <a:chExt cx="2576145" cy="1301528"/>
          </a:xfrm>
        </p:grpSpPr>
        <p:sp>
          <p:nvSpPr>
            <p:cNvPr id="18" name="Rounded Rectangle 17">
              <a:extLst>
                <a:ext uri="{FF2B5EF4-FFF2-40B4-BE49-F238E27FC236}">
                  <a16:creationId xmlns:a16="http://schemas.microsoft.com/office/drawing/2014/main" id="{93A9186B-5C1C-6E87-692C-43828BE4E8DD}"/>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solidFill>
                  <a:srgbClr val="100F19"/>
                </a:solidFill>
              </a:endParaRPr>
            </a:p>
          </p:txBody>
        </p:sp>
        <p:pic>
          <p:nvPicPr>
            <p:cNvPr id="19" name="Graphic 18">
              <a:extLst>
                <a:ext uri="{FF2B5EF4-FFF2-40B4-BE49-F238E27FC236}">
                  <a16:creationId xmlns:a16="http://schemas.microsoft.com/office/drawing/2014/main" id="{6D76EFB2-FDA2-FAD2-A573-F46A8161000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440548" y="734271"/>
              <a:ext cx="219238" cy="219238"/>
            </a:xfrm>
            <a:prstGeom prst="rect">
              <a:avLst/>
            </a:prstGeom>
          </p:spPr>
        </p:pic>
        <p:sp>
          <p:nvSpPr>
            <p:cNvPr id="20" name="Freeform 19">
              <a:extLst>
                <a:ext uri="{FF2B5EF4-FFF2-40B4-BE49-F238E27FC236}">
                  <a16:creationId xmlns:a16="http://schemas.microsoft.com/office/drawing/2014/main" id="{8DEFB6FF-BE02-42D8-229A-66005C4748AD}"/>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a:solidFill>
                  <a:srgbClr val="100F19"/>
                </a:solidFill>
              </a:endParaRPr>
            </a:p>
          </p:txBody>
        </p:sp>
      </p:grpSp>
      <p:sp>
        <p:nvSpPr>
          <p:cNvPr id="21" name="TextBox 20">
            <a:extLst>
              <a:ext uri="{FF2B5EF4-FFF2-40B4-BE49-F238E27FC236}">
                <a16:creationId xmlns:a16="http://schemas.microsoft.com/office/drawing/2014/main" id="{B37EC708-93C1-E5E5-636B-1A9D3DD61025}"/>
              </a:ext>
            </a:extLst>
          </p:cNvPr>
          <p:cNvSpPr txBox="1"/>
          <p:nvPr>
            <p:custDataLst>
              <p:tags r:id="rId13"/>
            </p:custDataLst>
          </p:nvPr>
        </p:nvSpPr>
        <p:spPr>
          <a:xfrm>
            <a:off x="9552588" y="542869"/>
            <a:ext cx="2351599" cy="825024"/>
          </a:xfrm>
          <a:prstGeom prst="rect">
            <a:avLst/>
          </a:prstGeom>
          <a:noFill/>
        </p:spPr>
        <p:txBody>
          <a:bodyPr wrap="square" lIns="0" tIns="45720" rIns="0" bIns="0" rtlCol="0">
            <a:normAutofit lnSpcReduction="10000"/>
          </a:bodyPr>
          <a:lstStyle/>
          <a:p>
            <a:r>
              <a:rPr lang="en-US" sz="1100">
                <a:solidFill>
                  <a:srgbClr val="100F19"/>
                </a:solidFill>
                <a:latin typeface="Franklin Gothic Book" panose="020B0503020102020204" pitchFamily="34" charset="0"/>
              </a:rPr>
              <a:t>Customize the metrics by adding specific job growth percentages relevant to your target audience's region or industry to enhance relevance.</a:t>
            </a:r>
          </a:p>
        </p:txBody>
      </p:sp>
    </p:spTree>
    <p:extLst>
      <p:ext uri="{BB962C8B-B14F-4D97-AF65-F5344CB8AC3E}">
        <p14:creationId xmlns:p14="http://schemas.microsoft.com/office/powerpoint/2010/main" val="638084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EB2A4-57B5-A75C-B3AE-CDCC5F78C5B6}"/>
            </a:ext>
          </a:extLst>
        </p:cNvPr>
        <p:cNvGrpSpPr/>
        <p:nvPr/>
      </p:nvGrpSpPr>
      <p:grpSpPr>
        <a:xfrm>
          <a:off x="0" y="0"/>
          <a:ext cx="0" cy="0"/>
          <a:chOff x="0" y="0"/>
          <a:chExt cx="0" cy="0"/>
        </a:xfrm>
      </p:grpSpPr>
      <p:pic>
        <p:nvPicPr>
          <p:cNvPr id="4" name="Picture Placeholder 8">
            <a:extLst>
              <a:ext uri="{FF2B5EF4-FFF2-40B4-BE49-F238E27FC236}">
                <a16:creationId xmlns:a16="http://schemas.microsoft.com/office/drawing/2014/main" id="{447E7689-A57E-B0C5-1B00-AA56C3F6E2A1}"/>
              </a:ext>
            </a:extLst>
          </p:cNvPr>
          <p:cNvPicPr>
            <a:picLocks noChangeAspect="1"/>
          </p:cNvPicPr>
          <p:nvPr>
            <p:custDataLst>
              <p:tags r:id="rId1"/>
            </p:custDataLst>
          </p:nvPr>
        </p:nvPicPr>
        <p:blipFill rotWithShape="1">
          <a:blip r:embed="rId14">
            <a:alphaModFix amt="85000"/>
          </a:blip>
          <a:srcRect l="6455" r="6455"/>
          <a:stretch/>
        </p:blipFill>
        <p:spPr>
          <a:xfrm>
            <a:off x="7924799" y="542869"/>
            <a:ext cx="3667137" cy="5614390"/>
          </a:xfrm>
          <a:prstGeom prst="rect">
            <a:avLst/>
          </a:prstGeom>
        </p:spPr>
      </p:pic>
      <p:sp>
        <p:nvSpPr>
          <p:cNvPr id="3" name="TextBox 2">
            <a:extLst>
              <a:ext uri="{FF2B5EF4-FFF2-40B4-BE49-F238E27FC236}">
                <a16:creationId xmlns:a16="http://schemas.microsoft.com/office/drawing/2014/main" id="{7B799DB2-053E-D5F6-9187-A56081145CC1}"/>
              </a:ext>
            </a:extLst>
          </p:cNvPr>
          <p:cNvSpPr txBox="1"/>
          <p:nvPr>
            <p:custDataLst>
              <p:tags r:id="rId2"/>
            </p:custDataLst>
          </p:nvPr>
        </p:nvSpPr>
        <p:spPr>
          <a:xfrm>
            <a:off x="609600" y="460338"/>
            <a:ext cx="5486400" cy="414150"/>
          </a:xfrm>
          <a:prstGeom prst="rect">
            <a:avLst/>
          </a:prstGeom>
          <a:noFill/>
        </p:spPr>
        <p:txBody>
          <a:bodyPr wrap="square">
            <a:spAutoFit/>
          </a:bodyPr>
          <a:lstStyle/>
          <a:p>
            <a:r>
              <a:rPr lang="en-US" sz="1400">
                <a:solidFill>
                  <a:schemeClr val="tx2"/>
                </a:solidFill>
              </a:rPr>
              <a:t>Opportunities</a:t>
            </a:r>
          </a:p>
        </p:txBody>
      </p:sp>
      <p:sp>
        <p:nvSpPr>
          <p:cNvPr id="13" name="Title 12">
            <a:extLst>
              <a:ext uri="{FF2B5EF4-FFF2-40B4-BE49-F238E27FC236}">
                <a16:creationId xmlns:a16="http://schemas.microsoft.com/office/drawing/2014/main" id="{66A03A6D-45DA-48E9-EAFE-1CFF86169491}"/>
              </a:ext>
            </a:extLst>
          </p:cNvPr>
          <p:cNvSpPr>
            <a:spLocks noGrp="1"/>
          </p:cNvSpPr>
          <p:nvPr>
            <p:ph type="title"/>
            <p:custDataLst>
              <p:tags r:id="rId3"/>
            </p:custDataLst>
          </p:nvPr>
        </p:nvSpPr>
        <p:spPr>
          <a:xfrm>
            <a:off x="609600" y="700741"/>
            <a:ext cx="6890388" cy="792480"/>
          </a:xfrm>
        </p:spPr>
        <p:txBody>
          <a:bodyPr>
            <a:normAutofit fontScale="90000"/>
          </a:bodyPr>
          <a:lstStyle/>
          <a:p>
            <a:r>
              <a:rPr lang="en-US" dirty="0"/>
              <a:t>Emerging Opportunities Across Sectors</a:t>
            </a:r>
          </a:p>
        </p:txBody>
      </p:sp>
      <p:sp>
        <p:nvSpPr>
          <p:cNvPr id="14" name="Content Placeholder 13">
            <a:extLst>
              <a:ext uri="{FF2B5EF4-FFF2-40B4-BE49-F238E27FC236}">
                <a16:creationId xmlns:a16="http://schemas.microsoft.com/office/drawing/2014/main" id="{0C390802-CE5C-FD61-A799-0DEAA0BA2E2D}"/>
              </a:ext>
            </a:extLst>
          </p:cNvPr>
          <p:cNvSpPr>
            <a:spLocks noGrp="1"/>
          </p:cNvSpPr>
          <p:nvPr>
            <p:ph sz="half" idx="14"/>
            <p:custDataLst>
              <p:tags r:id="rId4"/>
            </p:custDataLst>
          </p:nvPr>
        </p:nvSpPr>
        <p:spPr>
          <a:xfrm>
            <a:off x="2544416" y="1570079"/>
            <a:ext cx="4955572" cy="1463040"/>
          </a:xfrm>
        </p:spPr>
        <p:txBody>
          <a:bodyPr anchor="t">
            <a:normAutofit/>
          </a:bodyPr>
          <a:lstStyle/>
          <a:p>
            <a:pPr>
              <a:lnSpc>
                <a:spcPct val="114000"/>
              </a:lnSpc>
            </a:pPr>
            <a:r>
              <a:rPr lang="en-US" sz="1400"/>
              <a:t>Roles such as AI/Machine Learning Specialists and Information Security Analysts are rapidly growing, driven by widespread adoption of data-driven strategies across industries.</a:t>
            </a:r>
          </a:p>
        </p:txBody>
      </p:sp>
      <p:sp>
        <p:nvSpPr>
          <p:cNvPr id="15" name="Content Placeholder 14">
            <a:extLst>
              <a:ext uri="{FF2B5EF4-FFF2-40B4-BE49-F238E27FC236}">
                <a16:creationId xmlns:a16="http://schemas.microsoft.com/office/drawing/2014/main" id="{28977B1B-C09F-9E40-BA2A-E599E0C57612}"/>
              </a:ext>
            </a:extLst>
          </p:cNvPr>
          <p:cNvSpPr>
            <a:spLocks noGrp="1"/>
          </p:cNvSpPr>
          <p:nvPr>
            <p:ph sz="half" idx="15"/>
            <p:custDataLst>
              <p:tags r:id="rId5"/>
            </p:custDataLst>
          </p:nvPr>
        </p:nvSpPr>
        <p:spPr>
          <a:xfrm>
            <a:off x="2544417" y="3132149"/>
            <a:ext cx="4955572" cy="1463040"/>
          </a:xfrm>
        </p:spPr>
        <p:txBody>
          <a:bodyPr anchor="t">
            <a:normAutofit/>
          </a:bodyPr>
          <a:lstStyle/>
          <a:p>
            <a:pPr>
              <a:lnSpc>
                <a:spcPct val="114000"/>
              </a:lnSpc>
            </a:pPr>
            <a:r>
              <a:rPr lang="en-US" sz="1400"/>
              <a:t>Healthcare roles like Nurse Practitioners are expanding by over 40%, fueled by aging populations and advances in medical technology requiring skilled professionals.</a:t>
            </a:r>
          </a:p>
        </p:txBody>
      </p:sp>
      <p:sp>
        <p:nvSpPr>
          <p:cNvPr id="16" name="Content Placeholder 15">
            <a:extLst>
              <a:ext uri="{FF2B5EF4-FFF2-40B4-BE49-F238E27FC236}">
                <a16:creationId xmlns:a16="http://schemas.microsoft.com/office/drawing/2014/main" id="{4D8733CA-A6FD-6510-0F68-33DB1C20AB64}"/>
              </a:ext>
            </a:extLst>
          </p:cNvPr>
          <p:cNvSpPr>
            <a:spLocks noGrp="1"/>
          </p:cNvSpPr>
          <p:nvPr>
            <p:ph sz="half" idx="16"/>
            <p:custDataLst>
              <p:tags r:id="rId6"/>
            </p:custDataLst>
          </p:nvPr>
        </p:nvSpPr>
        <p:spPr>
          <a:xfrm>
            <a:off x="2544417" y="4694219"/>
            <a:ext cx="4955572" cy="1463040"/>
          </a:xfrm>
        </p:spPr>
        <p:txBody>
          <a:bodyPr anchor="t">
            <a:normAutofit/>
          </a:bodyPr>
          <a:lstStyle/>
          <a:p>
            <a:pPr>
              <a:lnSpc>
                <a:spcPct val="114000"/>
              </a:lnSpc>
            </a:pPr>
            <a:r>
              <a:rPr lang="en-US" sz="1400"/>
              <a:t>Green energy jobs (e.g., Wind Turbine Technicians) are growing at over 50%, while educational roles are rising to support workforce upskilling and continuous learning needs.</a:t>
            </a:r>
          </a:p>
        </p:txBody>
      </p:sp>
      <p:sp>
        <p:nvSpPr>
          <p:cNvPr id="17" name="Text Placeholder 16">
            <a:extLst>
              <a:ext uri="{FF2B5EF4-FFF2-40B4-BE49-F238E27FC236}">
                <a16:creationId xmlns:a16="http://schemas.microsoft.com/office/drawing/2014/main" id="{28BB5B13-2E00-13C2-B23F-A7CED20A8FF8}"/>
              </a:ext>
            </a:extLst>
          </p:cNvPr>
          <p:cNvSpPr>
            <a:spLocks noGrp="1"/>
          </p:cNvSpPr>
          <p:nvPr>
            <p:ph type="body" idx="17"/>
            <p:custDataLst>
              <p:tags r:id="rId7"/>
            </p:custDataLst>
          </p:nvPr>
        </p:nvSpPr>
        <p:spPr>
          <a:xfrm>
            <a:off x="609602" y="1570079"/>
            <a:ext cx="1825780" cy="1463040"/>
          </a:xfrm>
        </p:spPr>
        <p:txBody>
          <a:bodyPr anchor="t">
            <a:normAutofit/>
          </a:bodyPr>
          <a:lstStyle/>
          <a:p>
            <a:pPr>
              <a:lnSpc>
                <a:spcPct val="114000"/>
              </a:lnSpc>
            </a:pPr>
            <a:r>
              <a:rPr lang="en-US" sz="1600" dirty="0">
                <a:solidFill>
                  <a:schemeClr val="accent1"/>
                </a:solidFill>
                <a:latin typeface="+mj-lt"/>
              </a:rPr>
              <a:t>Technology and Data Expansion</a:t>
            </a:r>
          </a:p>
        </p:txBody>
      </p:sp>
      <p:sp>
        <p:nvSpPr>
          <p:cNvPr id="18" name="Text Placeholder 17">
            <a:extLst>
              <a:ext uri="{FF2B5EF4-FFF2-40B4-BE49-F238E27FC236}">
                <a16:creationId xmlns:a16="http://schemas.microsoft.com/office/drawing/2014/main" id="{745B0E67-3366-0D22-3A81-2473D8771A26}"/>
              </a:ext>
            </a:extLst>
          </p:cNvPr>
          <p:cNvSpPr>
            <a:spLocks noGrp="1"/>
          </p:cNvSpPr>
          <p:nvPr>
            <p:ph type="body" idx="18"/>
            <p:custDataLst>
              <p:tags r:id="rId8"/>
            </p:custDataLst>
          </p:nvPr>
        </p:nvSpPr>
        <p:spPr>
          <a:xfrm>
            <a:off x="609603" y="3132149"/>
            <a:ext cx="1825780" cy="1463040"/>
          </a:xfrm>
        </p:spPr>
        <p:txBody>
          <a:bodyPr anchor="t">
            <a:normAutofit/>
          </a:bodyPr>
          <a:lstStyle/>
          <a:p>
            <a:pPr>
              <a:lnSpc>
                <a:spcPct val="114000"/>
              </a:lnSpc>
            </a:pPr>
            <a:r>
              <a:rPr lang="en-US" sz="1600">
                <a:solidFill>
                  <a:schemeClr val="accent1"/>
                </a:solidFill>
                <a:latin typeface="+mj-lt"/>
              </a:rPr>
              <a:t>Healthcare Sector Growth</a:t>
            </a:r>
          </a:p>
        </p:txBody>
      </p:sp>
      <p:sp>
        <p:nvSpPr>
          <p:cNvPr id="19" name="Text Placeholder 18">
            <a:extLst>
              <a:ext uri="{FF2B5EF4-FFF2-40B4-BE49-F238E27FC236}">
                <a16:creationId xmlns:a16="http://schemas.microsoft.com/office/drawing/2014/main" id="{36903C30-A287-628C-0DD4-6F6C5BE15890}"/>
              </a:ext>
            </a:extLst>
          </p:cNvPr>
          <p:cNvSpPr>
            <a:spLocks noGrp="1"/>
          </p:cNvSpPr>
          <p:nvPr>
            <p:ph type="body" idx="19"/>
            <p:custDataLst>
              <p:tags r:id="rId9"/>
            </p:custDataLst>
          </p:nvPr>
        </p:nvSpPr>
        <p:spPr>
          <a:xfrm>
            <a:off x="609603" y="4694219"/>
            <a:ext cx="1825780" cy="1463040"/>
          </a:xfrm>
        </p:spPr>
        <p:txBody>
          <a:bodyPr anchor="t">
            <a:normAutofit/>
          </a:bodyPr>
          <a:lstStyle/>
          <a:p>
            <a:pPr>
              <a:lnSpc>
                <a:spcPct val="114000"/>
              </a:lnSpc>
            </a:pPr>
            <a:r>
              <a:rPr lang="en-US" sz="1600">
                <a:solidFill>
                  <a:schemeClr val="accent1"/>
                </a:solidFill>
                <a:latin typeface="+mj-lt"/>
              </a:rPr>
              <a:t>Clean Energy and Education</a:t>
            </a:r>
          </a:p>
        </p:txBody>
      </p:sp>
      <p:sp>
        <p:nvSpPr>
          <p:cNvPr id="2" name="Rectangle 1">
            <a:extLst>
              <a:ext uri="{FF2B5EF4-FFF2-40B4-BE49-F238E27FC236}">
                <a16:creationId xmlns:a16="http://schemas.microsoft.com/office/drawing/2014/main" id="{5A1EBE5C-1150-E456-3C55-40BFE2D35DBC}"/>
              </a:ext>
            </a:extLst>
          </p:cNvPr>
          <p:cNvSpPr/>
          <p:nvPr>
            <p:custDataLst>
              <p:tags r:id="rId10"/>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A3D140F5-AE8F-C8CC-672F-699C6DB78452}"/>
              </a:ext>
            </a:extLst>
          </p:cNvPr>
          <p:cNvGrpSpPr/>
          <p:nvPr>
            <p:custDataLst>
              <p:tags r:id="rId11"/>
            </p:custDataLst>
          </p:nvPr>
        </p:nvGrpSpPr>
        <p:grpSpPr>
          <a:xfrm>
            <a:off x="9440602" y="162617"/>
            <a:ext cx="2576145" cy="1301528"/>
            <a:chOff x="5326996" y="628184"/>
            <a:chExt cx="2576145" cy="1301528"/>
          </a:xfrm>
        </p:grpSpPr>
        <p:sp>
          <p:nvSpPr>
            <p:cNvPr id="9" name="Rounded Rectangle 8">
              <a:extLst>
                <a:ext uri="{FF2B5EF4-FFF2-40B4-BE49-F238E27FC236}">
                  <a16:creationId xmlns:a16="http://schemas.microsoft.com/office/drawing/2014/main" id="{6ACDAEA7-C81D-C9CC-BA44-51CBB04F77AE}"/>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solidFill>
                  <a:srgbClr val="100F19"/>
                </a:solidFill>
              </a:endParaRPr>
            </a:p>
          </p:txBody>
        </p:sp>
        <p:pic>
          <p:nvPicPr>
            <p:cNvPr id="10" name="Graphic 9">
              <a:extLst>
                <a:ext uri="{FF2B5EF4-FFF2-40B4-BE49-F238E27FC236}">
                  <a16:creationId xmlns:a16="http://schemas.microsoft.com/office/drawing/2014/main" id="{EB561C84-AB18-10CC-4A9C-B5C34640FF6C}"/>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440548" y="734271"/>
              <a:ext cx="219238" cy="219238"/>
            </a:xfrm>
            <a:prstGeom prst="rect">
              <a:avLst/>
            </a:prstGeom>
          </p:spPr>
        </p:pic>
        <p:sp>
          <p:nvSpPr>
            <p:cNvPr id="11" name="Freeform 10">
              <a:extLst>
                <a:ext uri="{FF2B5EF4-FFF2-40B4-BE49-F238E27FC236}">
                  <a16:creationId xmlns:a16="http://schemas.microsoft.com/office/drawing/2014/main" id="{4D02DDB0-77C9-DDFF-EFD0-7487275F2FC2}"/>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a:solidFill>
                  <a:srgbClr val="100F19"/>
                </a:solidFill>
              </a:endParaRPr>
            </a:p>
          </p:txBody>
        </p:sp>
      </p:grpSp>
      <p:sp>
        <p:nvSpPr>
          <p:cNvPr id="12" name="TextBox 11">
            <a:extLst>
              <a:ext uri="{FF2B5EF4-FFF2-40B4-BE49-F238E27FC236}">
                <a16:creationId xmlns:a16="http://schemas.microsoft.com/office/drawing/2014/main" id="{F68772A2-47FB-D444-5F38-856E7B78382E}"/>
              </a:ext>
            </a:extLst>
          </p:cNvPr>
          <p:cNvSpPr txBox="1"/>
          <p:nvPr>
            <p:custDataLst>
              <p:tags r:id="rId12"/>
            </p:custDataLst>
          </p:nvPr>
        </p:nvSpPr>
        <p:spPr>
          <a:xfrm>
            <a:off x="9552588" y="542869"/>
            <a:ext cx="2351599" cy="825024"/>
          </a:xfrm>
          <a:prstGeom prst="rect">
            <a:avLst/>
          </a:prstGeom>
          <a:noFill/>
        </p:spPr>
        <p:txBody>
          <a:bodyPr wrap="square" lIns="0" tIns="45720" rIns="0" bIns="0" rtlCol="0">
            <a:normAutofit/>
          </a:bodyPr>
          <a:lstStyle/>
          <a:p>
            <a:r>
              <a:rPr lang="en-US" sz="1100">
                <a:solidFill>
                  <a:srgbClr val="100F19"/>
                </a:solidFill>
                <a:latin typeface="Franklin Gothic Book" panose="020B0503020102020204" pitchFamily="34" charset="0"/>
              </a:rPr>
              <a:t>Highlight specific roles and growth rates in sectors relevant to your audience to make the content more actionable and relatable.</a:t>
            </a:r>
          </a:p>
        </p:txBody>
      </p:sp>
    </p:spTree>
    <p:extLst>
      <p:ext uri="{BB962C8B-B14F-4D97-AF65-F5344CB8AC3E}">
        <p14:creationId xmlns:p14="http://schemas.microsoft.com/office/powerpoint/2010/main" val="1460883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82B0B27-0C15-51B8-381A-FEAF283581C3}"/>
              </a:ext>
            </a:extLst>
          </p:cNvPr>
          <p:cNvSpPr txBox="1"/>
          <p:nvPr>
            <p:custDataLst>
              <p:tags r:id="rId1"/>
            </p:custDataLst>
          </p:nvPr>
        </p:nvSpPr>
        <p:spPr>
          <a:xfrm>
            <a:off x="609600" y="460338"/>
            <a:ext cx="5486400" cy="414150"/>
          </a:xfrm>
          <a:prstGeom prst="rect">
            <a:avLst/>
          </a:prstGeom>
          <a:noFill/>
        </p:spPr>
        <p:txBody>
          <a:bodyPr wrap="square">
            <a:spAutoFit/>
          </a:bodyPr>
          <a:lstStyle/>
          <a:p>
            <a:r>
              <a:rPr lang="en-US" sz="1400">
                <a:solidFill>
                  <a:schemeClr val="tx2"/>
                </a:solidFill>
              </a:rPr>
              <a:t>Skills</a:t>
            </a:r>
          </a:p>
        </p:txBody>
      </p:sp>
      <p:sp>
        <p:nvSpPr>
          <p:cNvPr id="5" name="Rectangle 4">
            <a:extLst>
              <a:ext uri="{FF2B5EF4-FFF2-40B4-BE49-F238E27FC236}">
                <a16:creationId xmlns:a16="http://schemas.microsoft.com/office/drawing/2014/main" id="{0AF36622-A55C-5A4F-35F4-92F434CABF74}"/>
              </a:ext>
            </a:extLst>
          </p:cNvPr>
          <p:cNvSpPr/>
          <p:nvPr>
            <p:custDataLst>
              <p:tags r:id="rId2"/>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B0503020102020204"/>
              <a:ea typeface="+mn-ea"/>
              <a:cs typeface="+mn-cs"/>
            </a:endParaRPr>
          </a:p>
        </p:txBody>
      </p:sp>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3"/>
            </p:custDataLst>
          </p:nvPr>
        </p:nvSpPr>
        <p:spPr>
          <a:xfrm>
            <a:off x="609600" y="700741"/>
            <a:ext cx="10972800" cy="792480"/>
          </a:xfrm>
        </p:spPr>
        <p:txBody>
          <a:bodyPr>
            <a:normAutofit/>
          </a:bodyPr>
          <a:lstStyle/>
          <a:p>
            <a:r>
              <a:rPr lang="en-US"/>
              <a:t>In-Demand Skills: What Employers Seek</a:t>
            </a:r>
          </a:p>
        </p:txBody>
      </p:sp>
      <p:sp>
        <p:nvSpPr>
          <p:cNvPr id="2" name="Text Placeholder 1">
            <a:extLst>
              <a:ext uri="{FF2B5EF4-FFF2-40B4-BE49-F238E27FC236}">
                <a16:creationId xmlns:a16="http://schemas.microsoft.com/office/drawing/2014/main" id="{50DAD59D-6660-E3CC-EBBD-8F9A58AAA134}"/>
              </a:ext>
            </a:extLst>
          </p:cNvPr>
          <p:cNvSpPr>
            <a:spLocks noGrp="1"/>
          </p:cNvSpPr>
          <p:nvPr>
            <p:ph type="body" idx="1"/>
            <p:custDataLst>
              <p:tags r:id="rId4"/>
            </p:custDataLst>
          </p:nvPr>
        </p:nvSpPr>
        <p:spPr>
          <a:xfrm>
            <a:off x="609601" y="1594901"/>
            <a:ext cx="5486400" cy="436444"/>
          </a:xfrm>
        </p:spPr>
        <p:txBody>
          <a:bodyPr>
            <a:normAutofit/>
          </a:bodyPr>
          <a:lstStyle/>
          <a:p>
            <a:r>
              <a:rPr lang="en-US" sz="1800" dirty="0">
                <a:solidFill>
                  <a:schemeClr val="tx1"/>
                </a:solidFill>
                <a:latin typeface="+mj-lt"/>
              </a:rPr>
              <a:t>Frequency of Key Skills in Job Postings</a:t>
            </a:r>
          </a:p>
        </p:txBody>
      </p:sp>
      <p:sp>
        <p:nvSpPr>
          <p:cNvPr id="7" name="Text Placeholder 6">
            <a:extLst>
              <a:ext uri="{FF2B5EF4-FFF2-40B4-BE49-F238E27FC236}">
                <a16:creationId xmlns:a16="http://schemas.microsoft.com/office/drawing/2014/main" id="{742DB6D4-ED85-3BE7-8A4B-9990F88085F9}"/>
              </a:ext>
            </a:extLst>
          </p:cNvPr>
          <p:cNvSpPr>
            <a:spLocks noGrp="1"/>
          </p:cNvSpPr>
          <p:nvPr>
            <p:ph type="body" sz="quarter" idx="3"/>
            <p:custDataLst>
              <p:tags r:id="rId5"/>
            </p:custDataLst>
          </p:nvPr>
        </p:nvSpPr>
        <p:spPr>
          <a:xfrm>
            <a:off x="6324600" y="1594901"/>
            <a:ext cx="5257799" cy="436444"/>
          </a:xfrm>
        </p:spPr>
        <p:txBody>
          <a:bodyPr>
            <a:normAutofit/>
          </a:bodyPr>
          <a:lstStyle/>
          <a:p>
            <a:r>
              <a:rPr lang="en-US" sz="1800" dirty="0">
                <a:solidFill>
                  <a:schemeClr val="tx1"/>
                </a:solidFill>
                <a:latin typeface="+mj-lt"/>
              </a:rPr>
              <a:t>Analysis and Recommendations</a:t>
            </a:r>
          </a:p>
        </p:txBody>
      </p:sp>
      <p:sp>
        <p:nvSpPr>
          <p:cNvPr id="8" name="Content Placeholder 7">
            <a:extLst>
              <a:ext uri="{FF2B5EF4-FFF2-40B4-BE49-F238E27FC236}">
                <a16:creationId xmlns:a16="http://schemas.microsoft.com/office/drawing/2014/main" id="{45FE15B0-B4BD-0C40-EECE-D127CDC241DA}"/>
              </a:ext>
            </a:extLst>
          </p:cNvPr>
          <p:cNvSpPr>
            <a:spLocks noGrp="1"/>
          </p:cNvSpPr>
          <p:nvPr>
            <p:ph sz="quarter" idx="4"/>
            <p:custDataLst>
              <p:tags r:id="rId6"/>
            </p:custDataLst>
          </p:nvPr>
        </p:nvSpPr>
        <p:spPr>
          <a:xfrm>
            <a:off x="6324600" y="2123746"/>
            <a:ext cx="5257799" cy="3927711"/>
          </a:xfrm>
        </p:spPr>
        <p:txBody>
          <a:bodyPr>
            <a:normAutofit fontScale="85000" lnSpcReduction="10000"/>
          </a:bodyPr>
          <a:lstStyle/>
          <a:p>
            <a:pPr>
              <a:lnSpc>
                <a:spcPts val="2200"/>
              </a:lnSpc>
            </a:pPr>
            <a:r>
              <a:rPr lang="en-US" dirty="0"/>
              <a:t>Excel is required in approximately 64% of job listings, highlighting its enduring importance for data handling and analysis.
Python dominates programming requirements, appearing in about 39% of postings, signaling its status as the preferred language for data roles.
Cloud and big data technologies like AWS and Spark each appear in roughly 15% of listings, indicating growing demand for skills in large-scale data processing and cloud infrastructure.
R is rarely mentioned, suggesting a decreased emphasis on this language in current data job markets compared to Python.</a:t>
            </a:r>
          </a:p>
        </p:txBody>
      </p:sp>
      <p:grpSp>
        <p:nvGrpSpPr>
          <p:cNvPr id="14" name="Group 13">
            <a:extLst>
              <a:ext uri="{FF2B5EF4-FFF2-40B4-BE49-F238E27FC236}">
                <a16:creationId xmlns:a16="http://schemas.microsoft.com/office/drawing/2014/main" id="{20D4B899-C8A2-61B2-5F5E-7168E6F070DA}"/>
              </a:ext>
            </a:extLst>
          </p:cNvPr>
          <p:cNvGrpSpPr/>
          <p:nvPr>
            <p:custDataLst>
              <p:tags r:id="rId7"/>
            </p:custDataLst>
          </p:nvPr>
        </p:nvGrpSpPr>
        <p:grpSpPr>
          <a:xfrm>
            <a:off x="9440602" y="162617"/>
            <a:ext cx="2576145" cy="1301528"/>
            <a:chOff x="5326996" y="628184"/>
            <a:chExt cx="2576145" cy="1301528"/>
          </a:xfrm>
        </p:grpSpPr>
        <p:sp>
          <p:nvSpPr>
            <p:cNvPr id="15" name="Rounded Rectangle 14">
              <a:extLst>
                <a:ext uri="{FF2B5EF4-FFF2-40B4-BE49-F238E27FC236}">
                  <a16:creationId xmlns:a16="http://schemas.microsoft.com/office/drawing/2014/main" id="{11F09275-22DF-4B5C-844F-12C7EC1ED5D7}"/>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solidFill>
                  <a:srgbClr val="100F19"/>
                </a:solidFill>
              </a:endParaRPr>
            </a:p>
          </p:txBody>
        </p:sp>
        <p:pic>
          <p:nvPicPr>
            <p:cNvPr id="16" name="Graphic 15">
              <a:extLst>
                <a:ext uri="{FF2B5EF4-FFF2-40B4-BE49-F238E27FC236}">
                  <a16:creationId xmlns:a16="http://schemas.microsoft.com/office/drawing/2014/main" id="{D923D4A2-E75A-19FA-B569-5C01C7943B5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440548" y="734271"/>
              <a:ext cx="219238" cy="219238"/>
            </a:xfrm>
            <a:prstGeom prst="rect">
              <a:avLst/>
            </a:prstGeom>
          </p:spPr>
        </p:pic>
        <p:sp>
          <p:nvSpPr>
            <p:cNvPr id="17" name="Freeform 16">
              <a:extLst>
                <a:ext uri="{FF2B5EF4-FFF2-40B4-BE49-F238E27FC236}">
                  <a16:creationId xmlns:a16="http://schemas.microsoft.com/office/drawing/2014/main" id="{231E91C4-8F92-0E27-CE4F-4BC0DB589431}"/>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a:solidFill>
                  <a:srgbClr val="100F19"/>
                </a:solidFill>
              </a:endParaRPr>
            </a:p>
          </p:txBody>
        </p:sp>
      </p:grpSp>
      <p:sp>
        <p:nvSpPr>
          <p:cNvPr id="18" name="TextBox 17">
            <a:extLst>
              <a:ext uri="{FF2B5EF4-FFF2-40B4-BE49-F238E27FC236}">
                <a16:creationId xmlns:a16="http://schemas.microsoft.com/office/drawing/2014/main" id="{067DABDE-2F85-F9B7-187E-706888B93A15}"/>
              </a:ext>
            </a:extLst>
          </p:cNvPr>
          <p:cNvSpPr txBox="1"/>
          <p:nvPr>
            <p:custDataLst>
              <p:tags r:id="rId8"/>
            </p:custDataLst>
          </p:nvPr>
        </p:nvSpPr>
        <p:spPr>
          <a:xfrm>
            <a:off x="9552588" y="542869"/>
            <a:ext cx="2351599" cy="825024"/>
          </a:xfrm>
          <a:prstGeom prst="rect">
            <a:avLst/>
          </a:prstGeom>
          <a:noFill/>
        </p:spPr>
        <p:txBody>
          <a:bodyPr wrap="square" lIns="0" tIns="45720" rIns="0" bIns="0" rtlCol="0">
            <a:normAutofit/>
          </a:bodyPr>
          <a:lstStyle/>
          <a:p>
            <a:r>
              <a:rPr lang="en-US" sz="1100" dirty="0">
                <a:solidFill>
                  <a:srgbClr val="100F19"/>
                </a:solidFill>
                <a:latin typeface="Franklin Gothic Book" panose="020B0503020102020204" pitchFamily="34" charset="0"/>
              </a:rPr>
              <a:t>Include specific examples of how these skills apply to your audience's industry to increase relevance.</a:t>
            </a:r>
          </a:p>
        </p:txBody>
      </p:sp>
      <p:graphicFrame>
        <p:nvGraphicFramePr>
          <p:cNvPr id="11" name="Content Placeholder 8">
            <a:extLst>
              <a:ext uri="{FF2B5EF4-FFF2-40B4-BE49-F238E27FC236}">
                <a16:creationId xmlns:a16="http://schemas.microsoft.com/office/drawing/2014/main" id="{D72709A4-C490-F9A3-8183-9DADA50EC922}"/>
              </a:ext>
            </a:extLst>
          </p:cNvPr>
          <p:cNvGraphicFramePr>
            <a:graphicFrameLocks/>
          </p:cNvGraphicFramePr>
          <p:nvPr>
            <p:custDataLst>
              <p:tags r:id="rId9"/>
            </p:custDataLst>
          </p:nvPr>
        </p:nvGraphicFramePr>
        <p:xfrm>
          <a:off x="609601" y="2074651"/>
          <a:ext cx="5486400" cy="4025900"/>
        </p:xfrm>
        <a:graphic>
          <a:graphicData uri="http://schemas.openxmlformats.org/drawingml/2006/chart">
            <c:chart xmlns:c="http://schemas.openxmlformats.org/drawingml/2006/chart" xmlns:r="http://schemas.openxmlformats.org/officeDocument/2006/relationships" r:id="rId14"/>
          </a:graphicData>
        </a:graphic>
      </p:graphicFrame>
    </p:spTree>
    <p:extLst>
      <p:ext uri="{BB962C8B-B14F-4D97-AF65-F5344CB8AC3E}">
        <p14:creationId xmlns:p14="http://schemas.microsoft.com/office/powerpoint/2010/main" val="3492198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53092-AF66-61D0-72E3-F0E3F3EEB726}"/>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F939AF58-29F4-B4AE-9A55-9580EDAD6AA3}"/>
              </a:ext>
            </a:extLst>
          </p:cNvPr>
          <p:cNvSpPr/>
          <p:nvPr/>
        </p:nvSpPr>
        <p:spPr>
          <a:xfrm>
            <a:off x="7950200" y="0"/>
            <a:ext cx="42418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 name="TextBox 5">
            <a:extLst>
              <a:ext uri="{FF2B5EF4-FFF2-40B4-BE49-F238E27FC236}">
                <a16:creationId xmlns:a16="http://schemas.microsoft.com/office/drawing/2014/main" id="{19E3D526-23AF-CFFC-4CD0-030CED2DAEFF}"/>
              </a:ext>
            </a:extLst>
          </p:cNvPr>
          <p:cNvSpPr txBox="1"/>
          <p:nvPr>
            <p:custDataLst>
              <p:tags r:id="rId1"/>
            </p:custDataLst>
          </p:nvPr>
        </p:nvSpPr>
        <p:spPr>
          <a:xfrm>
            <a:off x="609600" y="460338"/>
            <a:ext cx="5486400" cy="414150"/>
          </a:xfrm>
          <a:prstGeom prst="rect">
            <a:avLst/>
          </a:prstGeom>
          <a:noFill/>
        </p:spPr>
        <p:txBody>
          <a:bodyPr wrap="square">
            <a:spAutoFit/>
          </a:bodyPr>
          <a:lstStyle/>
          <a:p>
            <a:r>
              <a:rPr lang="en-US" sz="1400">
                <a:solidFill>
                  <a:schemeClr val="tx2"/>
                </a:solidFill>
              </a:rPr>
              <a:t>In-Demand Skills</a:t>
            </a:r>
          </a:p>
        </p:txBody>
      </p:sp>
      <p:sp>
        <p:nvSpPr>
          <p:cNvPr id="5" name="Rectangle 4">
            <a:extLst>
              <a:ext uri="{FF2B5EF4-FFF2-40B4-BE49-F238E27FC236}">
                <a16:creationId xmlns:a16="http://schemas.microsoft.com/office/drawing/2014/main" id="{20113B4B-9985-7056-4B0B-228684DF2CB3}"/>
              </a:ext>
            </a:extLst>
          </p:cNvPr>
          <p:cNvSpPr/>
          <p:nvPr>
            <p:custDataLst>
              <p:tags r:id="rId2"/>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B0503020102020204"/>
              <a:ea typeface="+mn-ea"/>
              <a:cs typeface="+mn-cs"/>
            </a:endParaRPr>
          </a:p>
        </p:txBody>
      </p:sp>
      <p:sp>
        <p:nvSpPr>
          <p:cNvPr id="4" name="Title 3">
            <a:extLst>
              <a:ext uri="{FF2B5EF4-FFF2-40B4-BE49-F238E27FC236}">
                <a16:creationId xmlns:a16="http://schemas.microsoft.com/office/drawing/2014/main" id="{4DB5F2A3-25F9-33C6-A4A7-75C2389AAE25}"/>
              </a:ext>
            </a:extLst>
          </p:cNvPr>
          <p:cNvSpPr>
            <a:spLocks noGrp="1"/>
          </p:cNvSpPr>
          <p:nvPr>
            <p:ph type="title"/>
            <p:custDataLst>
              <p:tags r:id="rId3"/>
            </p:custDataLst>
          </p:nvPr>
        </p:nvSpPr>
        <p:spPr>
          <a:xfrm>
            <a:off x="609600" y="700741"/>
            <a:ext cx="5486400" cy="792480"/>
          </a:xfrm>
        </p:spPr>
        <p:txBody>
          <a:bodyPr>
            <a:normAutofit/>
          </a:bodyPr>
          <a:lstStyle/>
          <a:p>
            <a:r>
              <a:rPr lang="en-US" dirty="0"/>
              <a:t>Skill Frequency in Job Postings</a:t>
            </a:r>
          </a:p>
        </p:txBody>
      </p:sp>
      <p:sp>
        <p:nvSpPr>
          <p:cNvPr id="2" name="Text Placeholder 1">
            <a:extLst>
              <a:ext uri="{FF2B5EF4-FFF2-40B4-BE49-F238E27FC236}">
                <a16:creationId xmlns:a16="http://schemas.microsoft.com/office/drawing/2014/main" id="{0F12EDA4-CBA6-5F19-0C96-DF0EB77A451E}"/>
              </a:ext>
            </a:extLst>
          </p:cNvPr>
          <p:cNvSpPr>
            <a:spLocks noGrp="1"/>
          </p:cNvSpPr>
          <p:nvPr>
            <p:ph type="body" idx="1"/>
            <p:custDataLst>
              <p:tags r:id="rId4"/>
            </p:custDataLst>
          </p:nvPr>
        </p:nvSpPr>
        <p:spPr>
          <a:xfrm>
            <a:off x="609600" y="1556180"/>
            <a:ext cx="6883400" cy="436444"/>
          </a:xfrm>
        </p:spPr>
        <p:txBody>
          <a:bodyPr>
            <a:normAutofit/>
          </a:bodyPr>
          <a:lstStyle/>
          <a:p>
            <a:r>
              <a:rPr lang="en-US" dirty="0">
                <a:solidFill>
                  <a:schemeClr val="tx1"/>
                </a:solidFill>
                <a:latin typeface="+mj-lt"/>
              </a:rPr>
              <a:t>Frequency of Key Skills Mentioned in Data Job Postings</a:t>
            </a:r>
          </a:p>
        </p:txBody>
      </p:sp>
      <p:sp>
        <p:nvSpPr>
          <p:cNvPr id="14" name="Content Placeholder 2">
            <a:extLst>
              <a:ext uri="{FF2B5EF4-FFF2-40B4-BE49-F238E27FC236}">
                <a16:creationId xmlns:a16="http://schemas.microsoft.com/office/drawing/2014/main" id="{5CA6A361-0E31-6757-BD9A-DCA30B5F7BC2}"/>
              </a:ext>
            </a:extLst>
          </p:cNvPr>
          <p:cNvSpPr txBox="1">
            <a:spLocks/>
          </p:cNvSpPr>
          <p:nvPr>
            <p:custDataLst>
              <p:tags r:id="rId5"/>
            </p:custDataLst>
          </p:nvPr>
        </p:nvSpPr>
        <p:spPr>
          <a:xfrm>
            <a:off x="8458200" y="463034"/>
            <a:ext cx="3152618" cy="5931932"/>
          </a:xfrm>
          <a:prstGeom prst="rect">
            <a:avLst/>
          </a:prstGeom>
        </p:spPr>
        <p:txBody>
          <a:bodyPr vert="horz" lIns="91440" tIns="45720" rIns="91440" bIns="45720" rtlCol="0" anchor="ctr">
            <a:normAutofit/>
          </a:bodyPr>
          <a:lstStyle>
            <a:lvl1pPr marL="0" indent="0" algn="l" defTabSz="914354" rtl="0" eaLnBrk="1" latinLnBrk="0" hangingPunct="1">
              <a:lnSpc>
                <a:spcPct val="120000"/>
              </a:lnSpc>
              <a:spcBef>
                <a:spcPts val="1200"/>
              </a:spcBef>
              <a:buFont typeface="Arial" panose="020B0604020202020204" pitchFamily="34" charset="0"/>
              <a:buNone/>
              <a:tabLst/>
              <a:defRPr sz="2000" b="1" kern="1200">
                <a:solidFill>
                  <a:schemeClr val="accent1"/>
                </a:solidFill>
                <a:latin typeface="Franklin Gothic Medium" panose="020B0603020102020204" pitchFamily="34" charset="0"/>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11113">
              <a:spcBef>
                <a:spcPts val="1800"/>
              </a:spcBef>
              <a:buClr>
                <a:schemeClr val="accent2"/>
              </a:buClr>
            </a:pPr>
            <a:r>
              <a:rPr lang="en-US" sz="1800" b="0" dirty="0">
                <a:solidFill>
                  <a:schemeClr val="tx1"/>
                </a:solidFill>
                <a:latin typeface="+mn-lt"/>
              </a:rPr>
              <a:t>Excel’s dominance shows fundamental data handling is critical, while Python’s strong presence reflects its leading role in data programming.</a:t>
            </a:r>
          </a:p>
        </p:txBody>
      </p:sp>
      <p:graphicFrame>
        <p:nvGraphicFramePr>
          <p:cNvPr id="13" name="Content Placeholder 8">
            <a:extLst>
              <a:ext uri="{FF2B5EF4-FFF2-40B4-BE49-F238E27FC236}">
                <a16:creationId xmlns:a16="http://schemas.microsoft.com/office/drawing/2014/main" id="{0E100651-0A7E-B350-7BFA-8C4F6048D4BE}"/>
              </a:ext>
            </a:extLst>
          </p:cNvPr>
          <p:cNvGraphicFramePr>
            <a:graphicFrameLocks/>
          </p:cNvGraphicFramePr>
          <p:nvPr>
            <p:custDataLst>
              <p:tags r:id="rId6"/>
            </p:custDataLst>
          </p:nvPr>
        </p:nvGraphicFramePr>
        <p:xfrm>
          <a:off x="609600" y="2131359"/>
          <a:ext cx="6883400" cy="4025900"/>
        </p:xfrm>
        <a:graphic>
          <a:graphicData uri="http://schemas.openxmlformats.org/drawingml/2006/chart">
            <c:chart xmlns:c="http://schemas.openxmlformats.org/drawingml/2006/chart" xmlns:r="http://schemas.openxmlformats.org/officeDocument/2006/relationships" r:id="rId11"/>
          </a:graphicData>
        </a:graphic>
      </p:graphicFrame>
      <p:grpSp>
        <p:nvGrpSpPr>
          <p:cNvPr id="7" name="Group 6">
            <a:extLst>
              <a:ext uri="{FF2B5EF4-FFF2-40B4-BE49-F238E27FC236}">
                <a16:creationId xmlns:a16="http://schemas.microsoft.com/office/drawing/2014/main" id="{29986ED3-948C-2F76-8B17-6650D1FAA895}"/>
              </a:ext>
            </a:extLst>
          </p:cNvPr>
          <p:cNvGrpSpPr/>
          <p:nvPr>
            <p:custDataLst>
              <p:tags r:id="rId7"/>
            </p:custDataLst>
          </p:nvPr>
        </p:nvGrpSpPr>
        <p:grpSpPr>
          <a:xfrm>
            <a:off x="9440602" y="162617"/>
            <a:ext cx="2576145" cy="1301528"/>
            <a:chOff x="5326996" y="628184"/>
            <a:chExt cx="2576145" cy="1301528"/>
          </a:xfrm>
        </p:grpSpPr>
        <p:sp>
          <p:nvSpPr>
            <p:cNvPr id="8" name="Rounded Rectangle 7">
              <a:extLst>
                <a:ext uri="{FF2B5EF4-FFF2-40B4-BE49-F238E27FC236}">
                  <a16:creationId xmlns:a16="http://schemas.microsoft.com/office/drawing/2014/main" id="{6ED4B2B4-A49A-DBE6-0721-681F0062F205}"/>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solidFill>
                  <a:srgbClr val="100F19"/>
                </a:solidFill>
              </a:endParaRPr>
            </a:p>
          </p:txBody>
        </p:sp>
        <p:pic>
          <p:nvPicPr>
            <p:cNvPr id="9" name="Graphic 8">
              <a:extLst>
                <a:ext uri="{FF2B5EF4-FFF2-40B4-BE49-F238E27FC236}">
                  <a16:creationId xmlns:a16="http://schemas.microsoft.com/office/drawing/2014/main" id="{A6099721-42BE-2D0C-7794-26EB059ED5D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440548" y="734271"/>
              <a:ext cx="219238" cy="219238"/>
            </a:xfrm>
            <a:prstGeom prst="rect">
              <a:avLst/>
            </a:prstGeom>
          </p:spPr>
        </p:pic>
        <p:sp>
          <p:nvSpPr>
            <p:cNvPr id="10" name="Freeform 9">
              <a:extLst>
                <a:ext uri="{FF2B5EF4-FFF2-40B4-BE49-F238E27FC236}">
                  <a16:creationId xmlns:a16="http://schemas.microsoft.com/office/drawing/2014/main" id="{9DCCF308-5275-1D11-99C6-BFE6AF25DA4A}"/>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a:solidFill>
                  <a:srgbClr val="100F19"/>
                </a:solidFill>
              </a:endParaRPr>
            </a:p>
          </p:txBody>
        </p:sp>
      </p:grpSp>
      <p:sp>
        <p:nvSpPr>
          <p:cNvPr id="11" name="TextBox 10">
            <a:extLst>
              <a:ext uri="{FF2B5EF4-FFF2-40B4-BE49-F238E27FC236}">
                <a16:creationId xmlns:a16="http://schemas.microsoft.com/office/drawing/2014/main" id="{F0E6328A-D9A9-A4F4-8662-15D518AC221F}"/>
              </a:ext>
            </a:extLst>
          </p:cNvPr>
          <p:cNvSpPr txBox="1"/>
          <p:nvPr>
            <p:custDataLst>
              <p:tags r:id="rId8"/>
            </p:custDataLst>
          </p:nvPr>
        </p:nvSpPr>
        <p:spPr>
          <a:xfrm>
            <a:off x="9552588" y="542869"/>
            <a:ext cx="2351599" cy="825024"/>
          </a:xfrm>
          <a:prstGeom prst="rect">
            <a:avLst/>
          </a:prstGeom>
          <a:noFill/>
        </p:spPr>
        <p:txBody>
          <a:bodyPr wrap="square" lIns="0" tIns="45720" rIns="0" bIns="0" rtlCol="0">
            <a:normAutofit/>
          </a:bodyPr>
          <a:lstStyle/>
          <a:p>
            <a:r>
              <a:rPr lang="en-US" sz="1100">
                <a:solidFill>
                  <a:srgbClr val="100F19"/>
                </a:solidFill>
                <a:latin typeface="Franklin Gothic Book" panose="020B0503020102020204" pitchFamily="34" charset="0"/>
              </a:rPr>
              <a:t>Highlight skills most relevant to your audience's region or industry by adjusting the skill list and data source.</a:t>
            </a:r>
          </a:p>
        </p:txBody>
      </p:sp>
    </p:spTree>
    <p:extLst>
      <p:ext uri="{BB962C8B-B14F-4D97-AF65-F5344CB8AC3E}">
        <p14:creationId xmlns:p14="http://schemas.microsoft.com/office/powerpoint/2010/main" val="951641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C5D9C4C1-5D26-E8E8-BF4E-DD0E45BEEBC6}"/>
              </a:ext>
            </a:extLst>
          </p:cNvPr>
          <p:cNvPicPr>
            <a:picLocks noChangeAspect="1"/>
          </p:cNvPicPr>
          <p:nvPr>
            <p:custDataLst>
              <p:tags r:id="rId2"/>
            </p:custDataLst>
          </p:nvPr>
        </p:nvPicPr>
        <p:blipFill rotWithShape="1">
          <a:blip r:embed="rId9">
            <a:alphaModFix amt="85000"/>
          </a:blip>
          <a:srcRect l="6455" r="6455"/>
          <a:stretch/>
        </p:blipFill>
        <p:spPr>
          <a:xfrm>
            <a:off x="7924799" y="542869"/>
            <a:ext cx="3667137" cy="5614390"/>
          </a:xfrm>
          <a:prstGeom prst="rect">
            <a:avLst/>
          </a:prstGeom>
        </p:spPr>
      </p:pic>
      <p:sp>
        <p:nvSpPr>
          <p:cNvPr id="2" name="Title 1">
            <a:extLst>
              <a:ext uri="{FF2B5EF4-FFF2-40B4-BE49-F238E27FC236}">
                <a16:creationId xmlns:a16="http://schemas.microsoft.com/office/drawing/2014/main" id="{85AFF143-6BD8-2674-B40D-8411BB9BEC1D}"/>
              </a:ext>
            </a:extLst>
          </p:cNvPr>
          <p:cNvSpPr>
            <a:spLocks noGrp="1"/>
          </p:cNvSpPr>
          <p:nvPr>
            <p:ph type="title"/>
            <p:custDataLst>
              <p:tags r:id="rId3"/>
            </p:custDataLst>
          </p:nvPr>
        </p:nvSpPr>
        <p:spPr>
          <a:xfrm>
            <a:off x="609600" y="700741"/>
            <a:ext cx="6890387" cy="762000"/>
          </a:xfrm>
        </p:spPr>
        <p:txBody>
          <a:bodyPr>
            <a:normAutofit/>
          </a:bodyPr>
          <a:lstStyle/>
          <a:p>
            <a:r>
              <a:rPr lang="en-US" noProof="0" dirty="0"/>
              <a:t>The Role of Soft Skills</a:t>
            </a:r>
          </a:p>
        </p:txBody>
      </p:sp>
      <p:sp>
        <p:nvSpPr>
          <p:cNvPr id="3" name="Content Placeholder 2">
            <a:extLst>
              <a:ext uri="{FF2B5EF4-FFF2-40B4-BE49-F238E27FC236}">
                <a16:creationId xmlns:a16="http://schemas.microsoft.com/office/drawing/2014/main" id="{36155F97-AA4B-E922-5F96-CD65D5FAFAD4}"/>
              </a:ext>
            </a:extLst>
          </p:cNvPr>
          <p:cNvSpPr>
            <a:spLocks noGrp="1"/>
          </p:cNvSpPr>
          <p:nvPr>
            <p:ph idx="1"/>
            <p:custDataLst>
              <p:tags r:id="rId4"/>
            </p:custDataLst>
          </p:nvPr>
        </p:nvSpPr>
        <p:spPr>
          <a:xfrm>
            <a:off x="609601" y="1462741"/>
            <a:ext cx="6890387" cy="4699000"/>
          </a:xfrm>
        </p:spPr>
        <p:txBody>
          <a:bodyPr anchor="b">
            <a:normAutofit/>
          </a:bodyPr>
          <a:lstStyle/>
          <a:p>
            <a:pPr marL="11111" indent="0">
              <a:lnSpc>
                <a:spcPct val="120000"/>
              </a:lnSpc>
              <a:buClr>
                <a:schemeClr val="accent1"/>
              </a:buClr>
              <a:buNone/>
            </a:pPr>
            <a:r>
              <a:rPr lang="en-US" sz="1800" dirty="0"/>
              <a:t>Beyond technical expertise, soft skills are critical in data roles.
Effective communication enables professionals to translate complex data insights into clear, actionable recommendations.
Problem-solving skills help navigate unstructured challenges and innovate solutions.
Adaptability ensures continuous learning and responsiveness to evolving tools and business needs.
These interpersonal and cognitive abilities enhance teamwork, decision-making, and overall job performance.</a:t>
            </a:r>
          </a:p>
        </p:txBody>
      </p:sp>
      <p:sp>
        <p:nvSpPr>
          <p:cNvPr id="4" name="Rectangle 3">
            <a:extLst>
              <a:ext uri="{FF2B5EF4-FFF2-40B4-BE49-F238E27FC236}">
                <a16:creationId xmlns:a16="http://schemas.microsoft.com/office/drawing/2014/main" id="{B07A31EC-F793-06D6-CAF0-4FAE7A3DAC6D}"/>
              </a:ext>
            </a:extLst>
          </p:cNvPr>
          <p:cNvSpPr/>
          <p:nvPr>
            <p:custDataLst>
              <p:tags r:id="rId5"/>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187E573-10C8-E2C1-C604-E682A9143EDD}"/>
              </a:ext>
            </a:extLst>
          </p:cNvPr>
          <p:cNvSpPr txBox="1"/>
          <p:nvPr>
            <p:custDataLst>
              <p:tags r:id="rId6"/>
            </p:custDataLst>
          </p:nvPr>
        </p:nvSpPr>
        <p:spPr>
          <a:xfrm>
            <a:off x="609600" y="460338"/>
            <a:ext cx="5486400" cy="414150"/>
          </a:xfrm>
          <a:prstGeom prst="rect">
            <a:avLst/>
          </a:prstGeom>
          <a:noFill/>
        </p:spPr>
        <p:txBody>
          <a:bodyPr wrap="square">
            <a:spAutoFit/>
          </a:bodyPr>
          <a:lstStyle/>
          <a:p>
            <a:r>
              <a:rPr lang="en-US" sz="1400" dirty="0">
                <a:solidFill>
                  <a:schemeClr val="tx2"/>
                </a:solidFill>
              </a:rPr>
              <a:t>Soft Skills</a:t>
            </a:r>
          </a:p>
        </p:txBody>
      </p:sp>
    </p:spTree>
    <p:custDataLst>
      <p:tags r:id="rId1"/>
    </p:custDataLst>
    <p:extLst>
      <p:ext uri="{BB962C8B-B14F-4D97-AF65-F5344CB8AC3E}">
        <p14:creationId xmlns:p14="http://schemas.microsoft.com/office/powerpoint/2010/main" val="3069274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473C4-5F04-7E0F-033C-57BFDE57354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27DEEB4-3567-069E-045A-F311D757E899}"/>
              </a:ext>
            </a:extLst>
          </p:cNvPr>
          <p:cNvSpPr txBox="1"/>
          <p:nvPr>
            <p:custDataLst>
              <p:tags r:id="rId1"/>
            </p:custDataLst>
          </p:nvPr>
        </p:nvSpPr>
        <p:spPr>
          <a:xfrm>
            <a:off x="609600" y="460338"/>
            <a:ext cx="5486400" cy="414150"/>
          </a:xfrm>
          <a:prstGeom prst="rect">
            <a:avLst/>
          </a:prstGeom>
          <a:noFill/>
        </p:spPr>
        <p:txBody>
          <a:bodyPr wrap="square">
            <a:spAutoFit/>
          </a:bodyPr>
          <a:lstStyle/>
          <a:p>
            <a:r>
              <a:rPr lang="en-US" sz="1400">
                <a:solidFill>
                  <a:schemeClr val="tx2"/>
                </a:solidFill>
              </a:rPr>
              <a:t>Salary Insights</a:t>
            </a:r>
          </a:p>
        </p:txBody>
      </p:sp>
      <p:sp>
        <p:nvSpPr>
          <p:cNvPr id="5" name="Rectangle 4">
            <a:extLst>
              <a:ext uri="{FF2B5EF4-FFF2-40B4-BE49-F238E27FC236}">
                <a16:creationId xmlns:a16="http://schemas.microsoft.com/office/drawing/2014/main" id="{2CFFF762-51A1-FE21-FF66-9D2014217EDA}"/>
              </a:ext>
            </a:extLst>
          </p:cNvPr>
          <p:cNvSpPr/>
          <p:nvPr>
            <p:custDataLst>
              <p:tags r:id="rId2"/>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B0503020102020204"/>
              <a:ea typeface="+mn-ea"/>
              <a:cs typeface="+mn-cs"/>
            </a:endParaRPr>
          </a:p>
        </p:txBody>
      </p:sp>
      <p:sp>
        <p:nvSpPr>
          <p:cNvPr id="4" name="Title 3">
            <a:extLst>
              <a:ext uri="{FF2B5EF4-FFF2-40B4-BE49-F238E27FC236}">
                <a16:creationId xmlns:a16="http://schemas.microsoft.com/office/drawing/2014/main" id="{2B150F73-4F1D-DA4D-BE3D-305100D37FEB}"/>
              </a:ext>
            </a:extLst>
          </p:cNvPr>
          <p:cNvSpPr>
            <a:spLocks noGrp="1"/>
          </p:cNvSpPr>
          <p:nvPr>
            <p:ph type="title"/>
            <p:custDataLst>
              <p:tags r:id="rId3"/>
            </p:custDataLst>
          </p:nvPr>
        </p:nvSpPr>
        <p:spPr>
          <a:xfrm>
            <a:off x="609600" y="700741"/>
            <a:ext cx="10972800" cy="792480"/>
          </a:xfrm>
        </p:spPr>
        <p:txBody>
          <a:bodyPr>
            <a:normAutofit/>
          </a:bodyPr>
          <a:lstStyle/>
          <a:p>
            <a:r>
              <a:rPr lang="en-US" dirty="0"/>
              <a:t>Salary Trends by Job Role</a:t>
            </a:r>
          </a:p>
        </p:txBody>
      </p:sp>
      <p:sp>
        <p:nvSpPr>
          <p:cNvPr id="2" name="Text Placeholder 1">
            <a:extLst>
              <a:ext uri="{FF2B5EF4-FFF2-40B4-BE49-F238E27FC236}">
                <a16:creationId xmlns:a16="http://schemas.microsoft.com/office/drawing/2014/main" id="{6E58CB51-2922-6846-DC16-2E472CD9DB7C}"/>
              </a:ext>
            </a:extLst>
          </p:cNvPr>
          <p:cNvSpPr>
            <a:spLocks noGrp="1"/>
          </p:cNvSpPr>
          <p:nvPr>
            <p:ph type="body" idx="1"/>
            <p:custDataLst>
              <p:tags r:id="rId4"/>
            </p:custDataLst>
          </p:nvPr>
        </p:nvSpPr>
        <p:spPr>
          <a:xfrm>
            <a:off x="609600" y="1506872"/>
            <a:ext cx="7315200" cy="436444"/>
          </a:xfrm>
        </p:spPr>
        <p:txBody>
          <a:bodyPr>
            <a:normAutofit/>
          </a:bodyPr>
          <a:lstStyle/>
          <a:p>
            <a:r>
              <a:rPr lang="en-US" sz="1800" dirty="0">
                <a:solidFill>
                  <a:schemeClr val="tx1"/>
                </a:solidFill>
                <a:latin typeface="+mj-lt"/>
              </a:rPr>
              <a:t>Average Salary by Data Job Role</a:t>
            </a:r>
          </a:p>
        </p:txBody>
      </p:sp>
      <p:graphicFrame>
        <p:nvGraphicFramePr>
          <p:cNvPr id="11" name="Content Placeholder 8">
            <a:extLst>
              <a:ext uri="{FF2B5EF4-FFF2-40B4-BE49-F238E27FC236}">
                <a16:creationId xmlns:a16="http://schemas.microsoft.com/office/drawing/2014/main" id="{8DAE5287-F31D-238F-8235-DA0D270DA30B}"/>
              </a:ext>
            </a:extLst>
          </p:cNvPr>
          <p:cNvGraphicFramePr>
            <a:graphicFrameLocks/>
          </p:cNvGraphicFramePr>
          <p:nvPr>
            <p:custDataLst>
              <p:tags r:id="rId5"/>
            </p:custDataLst>
          </p:nvPr>
        </p:nvGraphicFramePr>
        <p:xfrm>
          <a:off x="609600" y="1986622"/>
          <a:ext cx="7315200" cy="4025900"/>
        </p:xfrm>
        <a:graphic>
          <a:graphicData uri="http://schemas.openxmlformats.org/drawingml/2006/chart">
            <c:chart xmlns:c="http://schemas.openxmlformats.org/drawingml/2006/chart" xmlns:r="http://schemas.openxmlformats.org/officeDocument/2006/relationships" r:id="rId16"/>
          </a:graphicData>
        </a:graphic>
      </p:graphicFrame>
      <p:sp>
        <p:nvSpPr>
          <p:cNvPr id="12" name="Content Placeholder 2">
            <a:extLst>
              <a:ext uri="{FF2B5EF4-FFF2-40B4-BE49-F238E27FC236}">
                <a16:creationId xmlns:a16="http://schemas.microsoft.com/office/drawing/2014/main" id="{1DD93D97-FC2C-1B5D-908B-AFF9B656D0B7}"/>
              </a:ext>
            </a:extLst>
          </p:cNvPr>
          <p:cNvSpPr txBox="1">
            <a:spLocks/>
          </p:cNvSpPr>
          <p:nvPr>
            <p:custDataLst>
              <p:tags r:id="rId6"/>
            </p:custDataLst>
          </p:nvPr>
        </p:nvSpPr>
        <p:spPr>
          <a:xfrm>
            <a:off x="8229600" y="2299352"/>
            <a:ext cx="3352800" cy="640080"/>
          </a:xfrm>
          <a:prstGeom prst="rect">
            <a:avLst/>
          </a:prstGeom>
        </p:spPr>
        <p:txBody>
          <a:bodyPr vert="horz" lIns="91440" tIns="45720" rIns="91440" bIns="45720" rtlCol="0" anchor="t">
            <a:normAutofit/>
          </a:bodyPr>
          <a:lstStyle>
            <a:lvl1pPr marL="0" indent="0" algn="l" defTabSz="914354" rtl="0" eaLnBrk="1" latinLnBrk="0" hangingPunct="1">
              <a:lnSpc>
                <a:spcPct val="120000"/>
              </a:lnSpc>
              <a:spcBef>
                <a:spcPts val="1200"/>
              </a:spcBef>
              <a:buFont typeface="Arial" panose="020B0604020202020204" pitchFamily="34" charset="0"/>
              <a:buNone/>
              <a:tabLst/>
              <a:defRPr sz="2000" b="1" kern="1200">
                <a:solidFill>
                  <a:schemeClr val="accent1"/>
                </a:solidFill>
                <a:latin typeface="Franklin Gothic Medium" panose="020B0603020102020204" pitchFamily="34" charset="0"/>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11113">
              <a:lnSpc>
                <a:spcPct val="100000"/>
              </a:lnSpc>
            </a:pPr>
            <a:r>
              <a:rPr lang="en-US" sz="1600" b="0" dirty="0">
                <a:solidFill>
                  <a:schemeClr val="tx1"/>
                </a:solidFill>
                <a:latin typeface="+mn-lt"/>
              </a:rPr>
              <a:t>Data Analyst avg. salary</a:t>
            </a:r>
          </a:p>
        </p:txBody>
      </p:sp>
      <p:sp>
        <p:nvSpPr>
          <p:cNvPr id="13" name="Content Placeholder 3">
            <a:extLst>
              <a:ext uri="{FF2B5EF4-FFF2-40B4-BE49-F238E27FC236}">
                <a16:creationId xmlns:a16="http://schemas.microsoft.com/office/drawing/2014/main" id="{C1292694-FEE0-8740-C27E-1D26E65AEA3F}"/>
              </a:ext>
            </a:extLst>
          </p:cNvPr>
          <p:cNvSpPr>
            <a:spLocks noGrp="1"/>
          </p:cNvSpPr>
          <p:nvPr>
            <p:ph sz="half" idx="2"/>
            <p:custDataLst>
              <p:tags r:id="rId7"/>
            </p:custDataLst>
          </p:nvPr>
        </p:nvSpPr>
        <p:spPr>
          <a:xfrm>
            <a:off x="8229600" y="3874551"/>
            <a:ext cx="3352800" cy="640080"/>
          </a:xfrm>
        </p:spPr>
        <p:txBody>
          <a:bodyPr anchor="t">
            <a:normAutofit/>
          </a:bodyPr>
          <a:lstStyle/>
          <a:p>
            <a:pPr marL="11113" indent="0">
              <a:lnSpc>
                <a:spcPct val="100000"/>
              </a:lnSpc>
              <a:buNone/>
            </a:pPr>
            <a:r>
              <a:rPr lang="en-US" dirty="0"/>
              <a:t>Data Scientist avg. salary</a:t>
            </a:r>
          </a:p>
        </p:txBody>
      </p:sp>
      <p:sp>
        <p:nvSpPr>
          <p:cNvPr id="15" name="Text Placeholder 4">
            <a:extLst>
              <a:ext uri="{FF2B5EF4-FFF2-40B4-BE49-F238E27FC236}">
                <a16:creationId xmlns:a16="http://schemas.microsoft.com/office/drawing/2014/main" id="{A4F29464-2511-4A3E-B653-5B7CA70999A2}"/>
              </a:ext>
            </a:extLst>
          </p:cNvPr>
          <p:cNvSpPr txBox="1">
            <a:spLocks/>
          </p:cNvSpPr>
          <p:nvPr>
            <p:custDataLst>
              <p:tags r:id="rId8"/>
            </p:custDataLst>
          </p:nvPr>
        </p:nvSpPr>
        <p:spPr>
          <a:xfrm>
            <a:off x="8229600" y="1506872"/>
            <a:ext cx="3352800" cy="792480"/>
          </a:xfrm>
          <a:prstGeom prst="rect">
            <a:avLst/>
          </a:prstGeom>
        </p:spPr>
        <p:txBody>
          <a:bodyPr anchor="b">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1" indent="0">
              <a:lnSpc>
                <a:spcPct val="85000"/>
              </a:lnSpc>
              <a:buNone/>
            </a:pPr>
            <a:r>
              <a:rPr lang="en-US" sz="3600" b="1" dirty="0">
                <a:solidFill>
                  <a:schemeClr val="accent1"/>
                </a:solidFill>
              </a:rPr>
              <a:t>119K</a:t>
            </a:r>
          </a:p>
        </p:txBody>
      </p:sp>
      <p:sp>
        <p:nvSpPr>
          <p:cNvPr id="16" name="Text Placeholder 5">
            <a:extLst>
              <a:ext uri="{FF2B5EF4-FFF2-40B4-BE49-F238E27FC236}">
                <a16:creationId xmlns:a16="http://schemas.microsoft.com/office/drawing/2014/main" id="{16CFF785-FE27-7343-1DC5-191DC27C72BD}"/>
              </a:ext>
            </a:extLst>
          </p:cNvPr>
          <p:cNvSpPr txBox="1">
            <a:spLocks/>
          </p:cNvSpPr>
          <p:nvPr>
            <p:custDataLst>
              <p:tags r:id="rId9"/>
            </p:custDataLst>
          </p:nvPr>
        </p:nvSpPr>
        <p:spPr>
          <a:xfrm>
            <a:off x="8229600" y="3082071"/>
            <a:ext cx="3352800" cy="792480"/>
          </a:xfrm>
          <a:prstGeom prst="rect">
            <a:avLst/>
          </a:prstGeom>
        </p:spPr>
        <p:txBody>
          <a:bodyPr anchor="b">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1" indent="0">
              <a:lnSpc>
                <a:spcPct val="85000"/>
              </a:lnSpc>
              <a:buNone/>
            </a:pPr>
            <a:r>
              <a:rPr lang="en-US" sz="3600" b="1" dirty="0">
                <a:solidFill>
                  <a:schemeClr val="accent1"/>
                </a:solidFill>
              </a:rPr>
              <a:t>219K</a:t>
            </a:r>
          </a:p>
        </p:txBody>
      </p:sp>
      <p:sp>
        <p:nvSpPr>
          <p:cNvPr id="17" name="Content Placeholder 6">
            <a:extLst>
              <a:ext uri="{FF2B5EF4-FFF2-40B4-BE49-F238E27FC236}">
                <a16:creationId xmlns:a16="http://schemas.microsoft.com/office/drawing/2014/main" id="{9FB5EF48-638F-3C3B-B69B-9584C06F83D9}"/>
              </a:ext>
            </a:extLst>
          </p:cNvPr>
          <p:cNvSpPr txBox="1">
            <a:spLocks/>
          </p:cNvSpPr>
          <p:nvPr>
            <p:custDataLst>
              <p:tags r:id="rId10"/>
            </p:custDataLst>
          </p:nvPr>
        </p:nvSpPr>
        <p:spPr>
          <a:xfrm>
            <a:off x="8229600" y="5449750"/>
            <a:ext cx="3352800" cy="640080"/>
          </a:xfrm>
          <a:prstGeom prst="rect">
            <a:avLst/>
          </a:prstGeom>
        </p:spPr>
        <p:txBody>
          <a:bodyPr anchor="t">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nSpc>
                <a:spcPct val="100000"/>
              </a:lnSpc>
              <a:buFont typeface="Arial" panose="020B0604020202020204" pitchFamily="34" charset="0"/>
              <a:buNone/>
            </a:pPr>
            <a:r>
              <a:rPr lang="en-US" dirty="0"/>
              <a:t>Data Engineer avg. salary</a:t>
            </a:r>
          </a:p>
        </p:txBody>
      </p:sp>
      <p:sp>
        <p:nvSpPr>
          <p:cNvPr id="18" name="Text Placeholder 8">
            <a:extLst>
              <a:ext uri="{FF2B5EF4-FFF2-40B4-BE49-F238E27FC236}">
                <a16:creationId xmlns:a16="http://schemas.microsoft.com/office/drawing/2014/main" id="{33070061-0F0D-A498-E8BF-164D45FE8AD0}"/>
              </a:ext>
            </a:extLst>
          </p:cNvPr>
          <p:cNvSpPr txBox="1">
            <a:spLocks/>
          </p:cNvSpPr>
          <p:nvPr>
            <p:custDataLst>
              <p:tags r:id="rId11"/>
            </p:custDataLst>
          </p:nvPr>
        </p:nvSpPr>
        <p:spPr>
          <a:xfrm>
            <a:off x="8229600" y="4657270"/>
            <a:ext cx="3352800" cy="792480"/>
          </a:xfrm>
          <a:prstGeom prst="rect">
            <a:avLst/>
          </a:prstGeom>
        </p:spPr>
        <p:txBody>
          <a:bodyPr anchor="b">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1" indent="0">
              <a:lnSpc>
                <a:spcPct val="85000"/>
              </a:lnSpc>
              <a:buNone/>
            </a:pPr>
            <a:r>
              <a:rPr lang="en-US" sz="3600" b="1" dirty="0">
                <a:solidFill>
                  <a:schemeClr val="accent1"/>
                </a:solidFill>
              </a:rPr>
              <a:t>219K</a:t>
            </a:r>
          </a:p>
        </p:txBody>
      </p:sp>
      <p:grpSp>
        <p:nvGrpSpPr>
          <p:cNvPr id="7" name="Group 6">
            <a:extLst>
              <a:ext uri="{FF2B5EF4-FFF2-40B4-BE49-F238E27FC236}">
                <a16:creationId xmlns:a16="http://schemas.microsoft.com/office/drawing/2014/main" id="{0B3B70C7-E4FC-0E04-01AC-6180B11BC3FE}"/>
              </a:ext>
            </a:extLst>
          </p:cNvPr>
          <p:cNvGrpSpPr/>
          <p:nvPr>
            <p:custDataLst>
              <p:tags r:id="rId12"/>
            </p:custDataLst>
          </p:nvPr>
        </p:nvGrpSpPr>
        <p:grpSpPr>
          <a:xfrm>
            <a:off x="9440602" y="162617"/>
            <a:ext cx="2576145" cy="1301528"/>
            <a:chOff x="5326996" y="628184"/>
            <a:chExt cx="2576145" cy="1301528"/>
          </a:xfrm>
        </p:grpSpPr>
        <p:sp>
          <p:nvSpPr>
            <p:cNvPr id="8" name="Rounded Rectangle 7">
              <a:extLst>
                <a:ext uri="{FF2B5EF4-FFF2-40B4-BE49-F238E27FC236}">
                  <a16:creationId xmlns:a16="http://schemas.microsoft.com/office/drawing/2014/main" id="{D377D1F9-7E49-EAA3-1FCC-D2E7930B519B}"/>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solidFill>
                  <a:srgbClr val="100F19"/>
                </a:solidFill>
              </a:endParaRPr>
            </a:p>
          </p:txBody>
        </p:sp>
        <p:pic>
          <p:nvPicPr>
            <p:cNvPr id="9" name="Graphic 8">
              <a:extLst>
                <a:ext uri="{FF2B5EF4-FFF2-40B4-BE49-F238E27FC236}">
                  <a16:creationId xmlns:a16="http://schemas.microsoft.com/office/drawing/2014/main" id="{F6412079-B556-0B58-804B-DB331807697F}"/>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440548" y="734271"/>
              <a:ext cx="219238" cy="219238"/>
            </a:xfrm>
            <a:prstGeom prst="rect">
              <a:avLst/>
            </a:prstGeom>
          </p:spPr>
        </p:pic>
        <p:sp>
          <p:nvSpPr>
            <p:cNvPr id="10" name="Freeform 9">
              <a:extLst>
                <a:ext uri="{FF2B5EF4-FFF2-40B4-BE49-F238E27FC236}">
                  <a16:creationId xmlns:a16="http://schemas.microsoft.com/office/drawing/2014/main" id="{5060DCB9-D23A-DF4E-D2B3-5D411ABAA0C2}"/>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a:solidFill>
                  <a:srgbClr val="100F19"/>
                </a:solidFill>
              </a:endParaRPr>
            </a:p>
          </p:txBody>
        </p:sp>
      </p:grpSp>
      <p:sp>
        <p:nvSpPr>
          <p:cNvPr id="14" name="TextBox 13">
            <a:extLst>
              <a:ext uri="{FF2B5EF4-FFF2-40B4-BE49-F238E27FC236}">
                <a16:creationId xmlns:a16="http://schemas.microsoft.com/office/drawing/2014/main" id="{C466C57F-FDCC-6E70-D81F-9ECA65C924C9}"/>
              </a:ext>
            </a:extLst>
          </p:cNvPr>
          <p:cNvSpPr txBox="1"/>
          <p:nvPr>
            <p:custDataLst>
              <p:tags r:id="rId13"/>
            </p:custDataLst>
          </p:nvPr>
        </p:nvSpPr>
        <p:spPr>
          <a:xfrm>
            <a:off x="9552588" y="542869"/>
            <a:ext cx="2351599" cy="825024"/>
          </a:xfrm>
          <a:prstGeom prst="rect">
            <a:avLst/>
          </a:prstGeom>
          <a:noFill/>
        </p:spPr>
        <p:txBody>
          <a:bodyPr wrap="square" lIns="0" tIns="45720" rIns="0" bIns="0" rtlCol="0">
            <a:normAutofit/>
          </a:bodyPr>
          <a:lstStyle/>
          <a:p>
            <a:r>
              <a:rPr lang="en-US" sz="1100">
                <a:solidFill>
                  <a:srgbClr val="100F19"/>
                </a:solidFill>
                <a:latin typeface="Franklin Gothic Book" panose="020B0503020102020204" pitchFamily="34" charset="0"/>
              </a:rPr>
              <a:t>Customize by adding salary ranges or regional salary differences to offer more detailed insights for your audience.</a:t>
            </a:r>
          </a:p>
        </p:txBody>
      </p:sp>
    </p:spTree>
    <p:extLst>
      <p:ext uri="{BB962C8B-B14F-4D97-AF65-F5344CB8AC3E}">
        <p14:creationId xmlns:p14="http://schemas.microsoft.com/office/powerpoint/2010/main" val="2476634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7A9B4-A6BB-4247-0B3B-3C816AA24915}"/>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9223F0C-4A48-BCCC-971C-5E3A6EF168A8}"/>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5" imgW="7772400" imgH="10058400" progId="TCLayout.ActiveDocument.1">
                  <p:embed/>
                </p:oleObj>
              </mc:Choice>
              <mc:Fallback>
                <p:oleObj name="think-cell Slide" r:id="rId15" imgW="7772400" imgH="10058400" progId="TCLayout.ActiveDocument.1">
                  <p:embed/>
                  <p:pic>
                    <p:nvPicPr>
                      <p:cNvPr id="7" name="think-cell data - do not delete" hidden="1">
                        <a:extLst>
                          <a:ext uri="{FF2B5EF4-FFF2-40B4-BE49-F238E27FC236}">
                            <a16:creationId xmlns:a16="http://schemas.microsoft.com/office/drawing/2014/main" id="{B9223F0C-4A48-BCCC-971C-5E3A6EF168A8}"/>
                          </a:ext>
                        </a:extLst>
                      </p:cNvPr>
                      <p:cNvPicPr/>
                      <p:nvPr/>
                    </p:nvPicPr>
                    <p:blipFill>
                      <a:blip r:embed="rId16"/>
                      <a:stretch>
                        <a:fillRect/>
                      </a:stretch>
                    </p:blipFill>
                    <p:spPr>
                      <a:xfrm>
                        <a:off x="1588" y="1588"/>
                        <a:ext cx="1227"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00FDA01B-D562-CA5C-2025-424039798139}"/>
              </a:ext>
            </a:extLst>
          </p:cNvPr>
          <p:cNvSpPr/>
          <p:nvPr>
            <p:custDataLst>
              <p:tags r:id="rId3"/>
            </p:custDataLst>
          </p:nvPr>
        </p:nvSpPr>
        <p:spPr>
          <a:xfrm>
            <a:off x="8724900" y="0"/>
            <a:ext cx="3467098"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sz="1351" noProof="1"/>
          </a:p>
        </p:txBody>
      </p:sp>
      <p:sp>
        <p:nvSpPr>
          <p:cNvPr id="9" name="Content Placeholder 25">
            <a:extLst>
              <a:ext uri="{FF2B5EF4-FFF2-40B4-BE49-F238E27FC236}">
                <a16:creationId xmlns:a16="http://schemas.microsoft.com/office/drawing/2014/main" id="{FF52DBF3-A7F8-5AA0-6A87-354EAA96C86F}"/>
              </a:ext>
            </a:extLst>
          </p:cNvPr>
          <p:cNvSpPr txBox="1">
            <a:spLocks/>
          </p:cNvSpPr>
          <p:nvPr>
            <p:custDataLst>
              <p:tags r:id="rId4"/>
            </p:custDataLst>
          </p:nvPr>
        </p:nvSpPr>
        <p:spPr>
          <a:xfrm>
            <a:off x="9142064" y="571500"/>
            <a:ext cx="2541936" cy="5715000"/>
          </a:xfrm>
          <a:prstGeom prst="rect">
            <a:avLst/>
          </a:prstGeom>
        </p:spPr>
        <p:txBody>
          <a:bodyPr vert="horz" lIns="91440" tIns="45720" rIns="91440" bIns="45720" rtlCol="0" anchor="ctr">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8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nSpc>
                <a:spcPct val="114000"/>
              </a:lnSpc>
              <a:buFont typeface="Arial" panose="020B0604020202020204" pitchFamily="34" charset="0"/>
              <a:buNone/>
            </a:pPr>
            <a:r>
              <a:rPr lang="en-US" sz="1400" noProof="1"/>
              <a:t>Salary levels within data roles vary significantly, reflecting career progression and specialization. Entry-level analyst positions start lower but progress to highly compensated technical roles like Data Scientists and Engineers. Understanding this distribution helps guide career development and expectations.</a:t>
            </a:r>
          </a:p>
        </p:txBody>
      </p:sp>
      <p:sp>
        <p:nvSpPr>
          <p:cNvPr id="4" name="Title 3">
            <a:extLst>
              <a:ext uri="{FF2B5EF4-FFF2-40B4-BE49-F238E27FC236}">
                <a16:creationId xmlns:a16="http://schemas.microsoft.com/office/drawing/2014/main" id="{4E05BCB6-37B0-6B7E-6C13-10C5A6F9279B}"/>
              </a:ext>
            </a:extLst>
          </p:cNvPr>
          <p:cNvSpPr>
            <a:spLocks noGrp="1"/>
          </p:cNvSpPr>
          <p:nvPr>
            <p:ph type="title"/>
            <p:custDataLst>
              <p:tags r:id="rId5"/>
            </p:custDataLst>
          </p:nvPr>
        </p:nvSpPr>
        <p:spPr>
          <a:xfrm>
            <a:off x="609600" y="700741"/>
            <a:ext cx="7910166" cy="792480"/>
          </a:xfrm>
        </p:spPr>
        <p:txBody>
          <a:bodyPr vert="horz">
            <a:normAutofit/>
          </a:bodyPr>
          <a:lstStyle/>
          <a:p>
            <a:pPr>
              <a:lnSpc>
                <a:spcPct val="85000"/>
              </a:lnSpc>
            </a:pPr>
            <a:r>
              <a:rPr lang="en-US" noProof="1"/>
              <a:t>Salary Distribution and Career Progression</a:t>
            </a:r>
          </a:p>
        </p:txBody>
      </p:sp>
      <p:sp>
        <p:nvSpPr>
          <p:cNvPr id="20" name="Text Placeholder 1">
            <a:extLst>
              <a:ext uri="{FF2B5EF4-FFF2-40B4-BE49-F238E27FC236}">
                <a16:creationId xmlns:a16="http://schemas.microsoft.com/office/drawing/2014/main" id="{14C49BE9-4C2C-2C3A-BF94-A744CC7DA3B1}"/>
              </a:ext>
            </a:extLst>
          </p:cNvPr>
          <p:cNvSpPr txBox="1">
            <a:spLocks/>
          </p:cNvSpPr>
          <p:nvPr>
            <p:custDataLst>
              <p:tags r:id="rId6"/>
            </p:custDataLst>
          </p:nvPr>
        </p:nvSpPr>
        <p:spPr>
          <a:xfrm>
            <a:off x="609600" y="1504888"/>
            <a:ext cx="1513530" cy="2377440"/>
          </a:xfrm>
          <a:prstGeom prst="rect">
            <a:avLst/>
          </a:prstGeom>
        </p:spPr>
        <p:txBody>
          <a:bodyPr vert="horz" lIns="91440" tIns="45720" rIns="91440" bIns="45720" rtlCol="0" anchor="t">
            <a:normAutofit/>
          </a:bodyPr>
          <a:lstStyle>
            <a:lvl1pPr marL="0" indent="0" algn="l" defTabSz="914354" rtl="0" eaLnBrk="1" latinLnBrk="0" hangingPunct="1">
              <a:lnSpc>
                <a:spcPct val="120000"/>
              </a:lnSpc>
              <a:spcBef>
                <a:spcPts val="1200"/>
              </a:spcBef>
              <a:buFont typeface="Arial" panose="020B0604020202020204" pitchFamily="34" charset="0"/>
              <a:buNone/>
              <a:tabLst/>
              <a:defRPr sz="2000" b="1" kern="1200">
                <a:solidFill>
                  <a:schemeClr val="accent1"/>
                </a:solidFill>
                <a:latin typeface="Franklin Gothic Medium" panose="020B0603020102020204" pitchFamily="34" charset="0"/>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nSpc>
                <a:spcPct val="100000"/>
              </a:lnSpc>
            </a:pPr>
            <a:r>
              <a:rPr lang="en-US" sz="1600" noProof="1">
                <a:latin typeface="+mj-lt"/>
              </a:rPr>
              <a:t>Salary Distribution Across Roles</a:t>
            </a:r>
          </a:p>
        </p:txBody>
      </p:sp>
      <p:sp>
        <p:nvSpPr>
          <p:cNvPr id="21" name="Content Placeholder 2">
            <a:extLst>
              <a:ext uri="{FF2B5EF4-FFF2-40B4-BE49-F238E27FC236}">
                <a16:creationId xmlns:a16="http://schemas.microsoft.com/office/drawing/2014/main" id="{45F00258-AC3C-EC91-D71A-E7293C532BDA}"/>
              </a:ext>
            </a:extLst>
          </p:cNvPr>
          <p:cNvSpPr txBox="1">
            <a:spLocks/>
          </p:cNvSpPr>
          <p:nvPr>
            <p:custDataLst>
              <p:tags r:id="rId7"/>
            </p:custDataLst>
          </p:nvPr>
        </p:nvSpPr>
        <p:spPr>
          <a:xfrm>
            <a:off x="2123131" y="1504889"/>
            <a:ext cx="6396635" cy="2377440"/>
          </a:xfrm>
          <a:prstGeom prst="rect">
            <a:avLst/>
          </a:prstGeom>
        </p:spPr>
        <p:txBody>
          <a:bodyPr vert="horz" lIns="91440" tIns="45720" rIns="91440" bIns="45720" rtlCol="0">
            <a:normAutofit lnSpcReduction="10000"/>
          </a:bodyPr>
          <a:lstStyle>
            <a:lvl1pPr marL="393700" indent="-279400" defTabSz="914354" fontAlgn="base">
              <a:lnSpc>
                <a:spcPct val="105000"/>
              </a:lnSpc>
              <a:spcBef>
                <a:spcPts val="800"/>
              </a:spcBef>
              <a:buClr>
                <a:schemeClr val="accent1"/>
              </a:buClr>
              <a:buFont typeface="Arial" panose="020B0604020202020204" pitchFamily="34" charset="0"/>
              <a:buChar char="•"/>
              <a:tabLst/>
              <a:defRPr sz="1400">
                <a:solidFill>
                  <a:srgbClr val="201C20"/>
                </a:solidFill>
                <a:cs typeface="Arial" panose="020B0604020202020204" pitchFamily="34" charset="0"/>
              </a:defRPr>
            </a:lvl1pPr>
            <a:lvl2pPr marL="628635"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2pPr>
            <a:lvl3pPr marL="1085824"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3pPr>
            <a:lvl4pPr marL="1543012"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4pPr>
            <a:lvl5pPr marL="2001789"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pPr>
              <a:lnSpc>
                <a:spcPct val="100000"/>
              </a:lnSpc>
              <a:spcBef>
                <a:spcPts val="600"/>
              </a:spcBef>
            </a:pPr>
            <a:r>
              <a:rPr lang="en-US" noProof="1">
                <a:solidFill>
                  <a:schemeClr val="tx1"/>
                </a:solidFill>
              </a:rPr>
              <a:t>Data Analysts generally earn between $50K and $120K, reflecting entry to mid-level positions.
Data Scientists and Data Engineers command higher salaries, averaging around $219K, with some senior roles exceeding $250K.
There is a wide salary range due to factors such as geographic location, company size, and industry sector.
Higher salaries correlate with advanced technical skills like machine learning, big data tools, and cloud computing expertise.
Internships and junior analyst roles tend to fall at the lower end of the salary spectrum, emphasizing growth potential.</a:t>
            </a:r>
          </a:p>
        </p:txBody>
      </p:sp>
      <p:sp>
        <p:nvSpPr>
          <p:cNvPr id="22" name="Text Placeholder 6">
            <a:extLst>
              <a:ext uri="{FF2B5EF4-FFF2-40B4-BE49-F238E27FC236}">
                <a16:creationId xmlns:a16="http://schemas.microsoft.com/office/drawing/2014/main" id="{17A47D52-1DA0-1620-C4AB-364463DF095E}"/>
              </a:ext>
            </a:extLst>
          </p:cNvPr>
          <p:cNvSpPr txBox="1">
            <a:spLocks/>
          </p:cNvSpPr>
          <p:nvPr>
            <p:custDataLst>
              <p:tags r:id="rId8"/>
            </p:custDataLst>
          </p:nvPr>
        </p:nvSpPr>
        <p:spPr>
          <a:xfrm>
            <a:off x="609600" y="3882328"/>
            <a:ext cx="1513530" cy="2377440"/>
          </a:xfrm>
          <a:prstGeom prst="rect">
            <a:avLst/>
          </a:prstGeom>
        </p:spPr>
        <p:txBody>
          <a:bodyPr vert="horz" lIns="91440" tIns="45720" rIns="91440" bIns="45720" rtlCol="0" anchor="t">
            <a:normAutofit/>
          </a:bodyPr>
          <a:lstStyle>
            <a:lvl1pPr marL="0" indent="0" algn="l" defTabSz="914354" rtl="0" eaLnBrk="1" latinLnBrk="0" hangingPunct="1">
              <a:lnSpc>
                <a:spcPct val="120000"/>
              </a:lnSpc>
              <a:spcBef>
                <a:spcPts val="1200"/>
              </a:spcBef>
              <a:buFont typeface="Arial" panose="020B0604020202020204" pitchFamily="34" charset="0"/>
              <a:buNone/>
              <a:tabLst/>
              <a:defRPr sz="2000" b="1" kern="1200">
                <a:solidFill>
                  <a:schemeClr val="accent1"/>
                </a:solidFill>
                <a:latin typeface="Franklin Gothic Medium" panose="020B0603020102020204" pitchFamily="34" charset="0"/>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nSpc>
                <a:spcPct val="100000"/>
              </a:lnSpc>
            </a:pPr>
            <a:r>
              <a:rPr lang="en-US" sz="1600" noProof="1">
                <a:latin typeface="+mj-lt"/>
              </a:rPr>
              <a:t>Career Progression Insights</a:t>
            </a:r>
          </a:p>
        </p:txBody>
      </p:sp>
      <p:sp>
        <p:nvSpPr>
          <p:cNvPr id="23" name="Content Placeholder 7">
            <a:extLst>
              <a:ext uri="{FF2B5EF4-FFF2-40B4-BE49-F238E27FC236}">
                <a16:creationId xmlns:a16="http://schemas.microsoft.com/office/drawing/2014/main" id="{47766724-9FBD-A2FE-A912-314033920D13}"/>
              </a:ext>
            </a:extLst>
          </p:cNvPr>
          <p:cNvSpPr txBox="1">
            <a:spLocks/>
          </p:cNvSpPr>
          <p:nvPr>
            <p:custDataLst>
              <p:tags r:id="rId9"/>
            </p:custDataLst>
          </p:nvPr>
        </p:nvSpPr>
        <p:spPr>
          <a:xfrm>
            <a:off x="2123130" y="3882329"/>
            <a:ext cx="6396635" cy="2377440"/>
          </a:xfrm>
          <a:prstGeom prst="rect">
            <a:avLst/>
          </a:prstGeom>
        </p:spPr>
        <p:txBody>
          <a:bodyPr vert="horz" lIns="91440" tIns="45720" rIns="91440" bIns="45720" rtlCol="0">
            <a:normAutofit lnSpcReduction="10000"/>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93700" indent="-279400" fontAlgn="base">
              <a:lnSpc>
                <a:spcPct val="100000"/>
              </a:lnSpc>
              <a:spcBef>
                <a:spcPts val="600"/>
              </a:spcBef>
              <a:buClr>
                <a:schemeClr val="accent1"/>
              </a:buClr>
            </a:pPr>
            <a:r>
              <a:rPr lang="en-US" sz="1400" noProof="1"/>
              <a:t>Starting as a Data Analyst provides foundational skills in data handling and reporting, often using Excel and basic analytics.
Progression typically involves gaining programming skills (Python, R) and knowledge of cloud and big data platforms (AWS, Spark).
Advanced roles such as Data Scientist or Data Engineer require deeper technical expertise and command significantly higher compensation.
Career advancement is marked by increasing responsibility, specialized knowledge, and the ability to solve complex problems.
Continuous learning and upskilling are essential to move from analyst to technical expert roles and maximize earning potential.</a:t>
            </a:r>
          </a:p>
        </p:txBody>
      </p:sp>
      <p:sp>
        <p:nvSpPr>
          <p:cNvPr id="24" name="Rectangle 23">
            <a:extLst>
              <a:ext uri="{FF2B5EF4-FFF2-40B4-BE49-F238E27FC236}">
                <a16:creationId xmlns:a16="http://schemas.microsoft.com/office/drawing/2014/main" id="{3ADBC029-E33E-4949-F0E0-C480D7E83DBF}"/>
              </a:ext>
            </a:extLst>
          </p:cNvPr>
          <p:cNvSpPr/>
          <p:nvPr>
            <p:custDataLst>
              <p:tags r:id="rId10"/>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2" name="TextBox 1">
            <a:extLst>
              <a:ext uri="{FF2B5EF4-FFF2-40B4-BE49-F238E27FC236}">
                <a16:creationId xmlns:a16="http://schemas.microsoft.com/office/drawing/2014/main" id="{ACD9BDFB-B220-17F0-704A-9094319BF451}"/>
              </a:ext>
            </a:extLst>
          </p:cNvPr>
          <p:cNvSpPr txBox="1"/>
          <p:nvPr>
            <p:custDataLst>
              <p:tags r:id="rId11"/>
            </p:custDataLst>
          </p:nvPr>
        </p:nvSpPr>
        <p:spPr>
          <a:xfrm>
            <a:off x="609600" y="460338"/>
            <a:ext cx="5486400" cy="414150"/>
          </a:xfrm>
          <a:prstGeom prst="rect">
            <a:avLst/>
          </a:prstGeom>
          <a:noFill/>
        </p:spPr>
        <p:txBody>
          <a:bodyPr wrap="square">
            <a:spAutoFit/>
          </a:bodyPr>
          <a:lstStyle/>
          <a:p>
            <a:r>
              <a:rPr lang="en-US" sz="1400" noProof="1">
                <a:solidFill>
                  <a:schemeClr val="tx2"/>
                </a:solidFill>
              </a:rPr>
              <a:t>Compensation</a:t>
            </a:r>
          </a:p>
        </p:txBody>
      </p:sp>
      <p:grpSp>
        <p:nvGrpSpPr>
          <p:cNvPr id="3" name="Group 2">
            <a:extLst>
              <a:ext uri="{FF2B5EF4-FFF2-40B4-BE49-F238E27FC236}">
                <a16:creationId xmlns:a16="http://schemas.microsoft.com/office/drawing/2014/main" id="{F6CC4305-5FE0-1540-EE2C-97B384E10820}"/>
              </a:ext>
            </a:extLst>
          </p:cNvPr>
          <p:cNvGrpSpPr/>
          <p:nvPr>
            <p:custDataLst>
              <p:tags r:id="rId12"/>
            </p:custDataLst>
          </p:nvPr>
        </p:nvGrpSpPr>
        <p:grpSpPr>
          <a:xfrm>
            <a:off x="9440602" y="162617"/>
            <a:ext cx="2576145" cy="1301528"/>
            <a:chOff x="5326996" y="628184"/>
            <a:chExt cx="2576145" cy="1301528"/>
          </a:xfrm>
        </p:grpSpPr>
        <p:sp>
          <p:nvSpPr>
            <p:cNvPr id="6" name="Rounded Rectangle 5">
              <a:extLst>
                <a:ext uri="{FF2B5EF4-FFF2-40B4-BE49-F238E27FC236}">
                  <a16:creationId xmlns:a16="http://schemas.microsoft.com/office/drawing/2014/main" id="{E4EF1C39-7625-10D0-E714-63EC3AA48333}"/>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solidFill>
                  <a:srgbClr val="100F19"/>
                </a:solidFill>
              </a:endParaRPr>
            </a:p>
          </p:txBody>
        </p:sp>
        <p:pic>
          <p:nvPicPr>
            <p:cNvPr id="10" name="Graphic 9">
              <a:extLst>
                <a:ext uri="{FF2B5EF4-FFF2-40B4-BE49-F238E27FC236}">
                  <a16:creationId xmlns:a16="http://schemas.microsoft.com/office/drawing/2014/main" id="{BFA582B0-0978-80F6-6F47-F47787FBE9EE}"/>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440548" y="734271"/>
              <a:ext cx="219238" cy="219238"/>
            </a:xfrm>
            <a:prstGeom prst="rect">
              <a:avLst/>
            </a:prstGeom>
          </p:spPr>
        </p:pic>
        <p:sp>
          <p:nvSpPr>
            <p:cNvPr id="11" name="Freeform 10">
              <a:extLst>
                <a:ext uri="{FF2B5EF4-FFF2-40B4-BE49-F238E27FC236}">
                  <a16:creationId xmlns:a16="http://schemas.microsoft.com/office/drawing/2014/main" id="{CF823726-B052-26A9-396D-252ED269F6A9}"/>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a:solidFill>
                  <a:srgbClr val="100F19"/>
                </a:solidFill>
              </a:endParaRPr>
            </a:p>
          </p:txBody>
        </p:sp>
      </p:grpSp>
      <p:sp>
        <p:nvSpPr>
          <p:cNvPr id="12" name="TextBox 11">
            <a:extLst>
              <a:ext uri="{FF2B5EF4-FFF2-40B4-BE49-F238E27FC236}">
                <a16:creationId xmlns:a16="http://schemas.microsoft.com/office/drawing/2014/main" id="{2BA4F616-038C-B5CF-DB4B-4F4E8F996B58}"/>
              </a:ext>
            </a:extLst>
          </p:cNvPr>
          <p:cNvSpPr txBox="1"/>
          <p:nvPr>
            <p:custDataLst>
              <p:tags r:id="rId13"/>
            </p:custDataLst>
          </p:nvPr>
        </p:nvSpPr>
        <p:spPr>
          <a:xfrm>
            <a:off x="9552588" y="542869"/>
            <a:ext cx="2351599" cy="825024"/>
          </a:xfrm>
          <a:prstGeom prst="rect">
            <a:avLst/>
          </a:prstGeom>
          <a:noFill/>
        </p:spPr>
        <p:txBody>
          <a:bodyPr wrap="square" lIns="0" tIns="45720" rIns="0" bIns="0" rtlCol="0">
            <a:normAutofit/>
          </a:bodyPr>
          <a:lstStyle/>
          <a:p>
            <a:r>
              <a:rPr lang="en-US" sz="1100">
                <a:solidFill>
                  <a:srgbClr val="100F19"/>
                </a:solidFill>
                <a:latin typeface="Franklin Gothic Book" panose="020B0503020102020204" pitchFamily="34" charset="0"/>
              </a:rPr>
              <a:t>Customize this slide by including salary data specific to your region or industry to make it more relevant to your audience.</a:t>
            </a:r>
          </a:p>
        </p:txBody>
      </p:sp>
    </p:spTree>
    <p:custDataLst>
      <p:tags r:id="rId1"/>
    </p:custDataLst>
    <p:extLst>
      <p:ext uri="{BB962C8B-B14F-4D97-AF65-F5344CB8AC3E}">
        <p14:creationId xmlns:p14="http://schemas.microsoft.com/office/powerpoint/2010/main" val="396646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0F66F7-FD75-399E-EAB8-E45E4C17A141}"/>
              </a:ext>
            </a:extLst>
          </p:cNvPr>
          <p:cNvSpPr txBox="1"/>
          <p:nvPr>
            <p:custDataLst>
              <p:tags r:id="rId1"/>
            </p:custDataLst>
          </p:nvPr>
        </p:nvSpPr>
        <p:spPr>
          <a:xfrm>
            <a:off x="609600" y="460338"/>
            <a:ext cx="5486400" cy="414150"/>
          </a:xfrm>
          <a:prstGeom prst="rect">
            <a:avLst/>
          </a:prstGeom>
          <a:noFill/>
        </p:spPr>
        <p:txBody>
          <a:bodyPr wrap="square">
            <a:spAutoFit/>
          </a:bodyPr>
          <a:lstStyle/>
          <a:p>
            <a:r>
              <a:rPr lang="en-US" sz="1400">
                <a:solidFill>
                  <a:schemeClr val="tx2"/>
                </a:solidFill>
              </a:rPr>
              <a:t>Analysis</a:t>
            </a:r>
          </a:p>
        </p:txBody>
      </p:sp>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2"/>
            </p:custDataLst>
          </p:nvPr>
        </p:nvSpPr>
        <p:spPr>
          <a:xfrm>
            <a:off x="609600" y="700741"/>
            <a:ext cx="10972800" cy="792480"/>
          </a:xfrm>
        </p:spPr>
        <p:txBody>
          <a:bodyPr>
            <a:normAutofit/>
          </a:bodyPr>
          <a:lstStyle/>
          <a:p>
            <a:r>
              <a:rPr lang="en-US"/>
              <a:t>Clustering Insights: Machine Learning Analysis</a:t>
            </a:r>
          </a:p>
        </p:txBody>
      </p:sp>
      <p:sp>
        <p:nvSpPr>
          <p:cNvPr id="10" name="Content Placeholder 9">
            <a:extLst>
              <a:ext uri="{FF2B5EF4-FFF2-40B4-BE49-F238E27FC236}">
                <a16:creationId xmlns:a16="http://schemas.microsoft.com/office/drawing/2014/main" id="{85F4DE25-5666-B033-6C5F-56853D33C2B7}"/>
              </a:ext>
            </a:extLst>
          </p:cNvPr>
          <p:cNvSpPr>
            <a:spLocks noGrp="1"/>
          </p:cNvSpPr>
          <p:nvPr>
            <p:ph sz="half" idx="1"/>
            <p:custDataLst>
              <p:tags r:id="rId3"/>
            </p:custDataLst>
          </p:nvPr>
        </p:nvSpPr>
        <p:spPr>
          <a:xfrm>
            <a:off x="609600" y="2634916"/>
            <a:ext cx="3566160" cy="3478241"/>
          </a:xfrm>
        </p:spPr>
        <p:txBody>
          <a:bodyPr>
            <a:normAutofit/>
          </a:bodyPr>
          <a:lstStyle/>
          <a:p>
            <a:pPr marL="11113" indent="0">
              <a:lnSpc>
                <a:spcPct val="120000"/>
              </a:lnSpc>
              <a:buNone/>
            </a:pPr>
            <a:r>
              <a:rPr lang="en-US"/>
              <a:t>Machine learning grouped job postings into clusters aligning with expected job types: one cluster for Data Analysts characterized by Excel skills, and another for Data Scientists/Engineers marked by programming and cloud expertise.</a:t>
            </a:r>
          </a:p>
        </p:txBody>
      </p:sp>
      <p:sp>
        <p:nvSpPr>
          <p:cNvPr id="11" name="Content Placeholder 10">
            <a:extLst>
              <a:ext uri="{FF2B5EF4-FFF2-40B4-BE49-F238E27FC236}">
                <a16:creationId xmlns:a16="http://schemas.microsoft.com/office/drawing/2014/main" id="{A9E3D164-34EA-CCC6-0D04-370EF0F48223}"/>
              </a:ext>
            </a:extLst>
          </p:cNvPr>
          <p:cNvSpPr>
            <a:spLocks noGrp="1"/>
          </p:cNvSpPr>
          <p:nvPr>
            <p:ph sz="half" idx="2"/>
            <p:custDataLst>
              <p:tags r:id="rId4"/>
            </p:custDataLst>
          </p:nvPr>
        </p:nvSpPr>
        <p:spPr>
          <a:xfrm>
            <a:off x="4312920" y="2634916"/>
            <a:ext cx="3566160" cy="3478241"/>
          </a:xfrm>
        </p:spPr>
        <p:txBody>
          <a:bodyPr>
            <a:normAutofit/>
          </a:bodyPr>
          <a:lstStyle/>
          <a:p>
            <a:pPr marL="11113" indent="0">
              <a:lnSpc>
                <a:spcPct val="120000"/>
              </a:lnSpc>
              <a:buNone/>
            </a:pPr>
            <a:r>
              <a:rPr lang="en-US"/>
              <a:t>Analyst roles focus on Excel with minimal coding, reflecting entry-level job nature and lower salaries. Scientist/Engineer roles demand Python, AWS, and Spark skills, and offer higher pay due to their technical complexity.</a:t>
            </a:r>
          </a:p>
        </p:txBody>
      </p:sp>
      <p:sp>
        <p:nvSpPr>
          <p:cNvPr id="12" name="Content Placeholder 11">
            <a:extLst>
              <a:ext uri="{FF2B5EF4-FFF2-40B4-BE49-F238E27FC236}">
                <a16:creationId xmlns:a16="http://schemas.microsoft.com/office/drawing/2014/main" id="{888CA6F2-A08C-9780-2FF1-33D610FBC6F0}"/>
              </a:ext>
            </a:extLst>
          </p:cNvPr>
          <p:cNvSpPr>
            <a:spLocks noGrp="1"/>
          </p:cNvSpPr>
          <p:nvPr>
            <p:ph sz="half" idx="13"/>
            <p:custDataLst>
              <p:tags r:id="rId5"/>
            </p:custDataLst>
          </p:nvPr>
        </p:nvSpPr>
        <p:spPr>
          <a:xfrm>
            <a:off x="8016240" y="2634916"/>
            <a:ext cx="3566160" cy="3478241"/>
          </a:xfrm>
        </p:spPr>
        <p:txBody>
          <a:bodyPr>
            <a:normAutofit/>
          </a:bodyPr>
          <a:lstStyle/>
          <a:p>
            <a:pPr marL="11113" indent="0">
              <a:lnSpc>
                <a:spcPct val="120000"/>
              </a:lnSpc>
              <a:buNone/>
            </a:pPr>
            <a:r>
              <a:rPr lang="en-US"/>
              <a:t>A PCA plot clearly separates postings heavy in Excel from those requiring programming, reinforcing that data jobs split into fundamental data handling versus advanced data processing career tracks.</a:t>
            </a:r>
          </a:p>
        </p:txBody>
      </p:sp>
      <p:sp>
        <p:nvSpPr>
          <p:cNvPr id="13" name="Text Placeholder 12">
            <a:extLst>
              <a:ext uri="{FF2B5EF4-FFF2-40B4-BE49-F238E27FC236}">
                <a16:creationId xmlns:a16="http://schemas.microsoft.com/office/drawing/2014/main" id="{6DCE048E-468B-46C2-9D3B-C1E8319AA2F4}"/>
              </a:ext>
            </a:extLst>
          </p:cNvPr>
          <p:cNvSpPr>
            <a:spLocks noGrp="1"/>
          </p:cNvSpPr>
          <p:nvPr>
            <p:ph type="body" idx="14"/>
            <p:custDataLst>
              <p:tags r:id="rId6"/>
            </p:custDataLst>
          </p:nvPr>
        </p:nvSpPr>
        <p:spPr>
          <a:xfrm>
            <a:off x="609601" y="1825979"/>
            <a:ext cx="3566159" cy="700654"/>
          </a:xfrm>
        </p:spPr>
        <p:txBody>
          <a:bodyPr>
            <a:normAutofit/>
          </a:bodyPr>
          <a:lstStyle/>
          <a:p>
            <a:r>
              <a:rPr lang="en-US" sz="1800">
                <a:solidFill>
                  <a:schemeClr val="accent1"/>
                </a:solidFill>
                <a:latin typeface="+mj-lt"/>
              </a:rPr>
              <a:t>Distinct Role Clusters</a:t>
            </a:r>
          </a:p>
        </p:txBody>
      </p:sp>
      <p:sp>
        <p:nvSpPr>
          <p:cNvPr id="14" name="Text Placeholder 13">
            <a:extLst>
              <a:ext uri="{FF2B5EF4-FFF2-40B4-BE49-F238E27FC236}">
                <a16:creationId xmlns:a16="http://schemas.microsoft.com/office/drawing/2014/main" id="{6D62A190-0D55-FEDE-2AE9-DCF41814D4DA}"/>
              </a:ext>
            </a:extLst>
          </p:cNvPr>
          <p:cNvSpPr>
            <a:spLocks noGrp="1"/>
          </p:cNvSpPr>
          <p:nvPr>
            <p:ph type="body" idx="15"/>
            <p:custDataLst>
              <p:tags r:id="rId7"/>
            </p:custDataLst>
          </p:nvPr>
        </p:nvSpPr>
        <p:spPr>
          <a:xfrm>
            <a:off x="4312921" y="1825979"/>
            <a:ext cx="3566159" cy="700654"/>
          </a:xfrm>
        </p:spPr>
        <p:txBody>
          <a:bodyPr>
            <a:normAutofit/>
          </a:bodyPr>
          <a:lstStyle/>
          <a:p>
            <a:r>
              <a:rPr lang="en-US" sz="1800">
                <a:solidFill>
                  <a:schemeClr val="accent1"/>
                </a:solidFill>
                <a:latin typeface="+mj-lt"/>
              </a:rPr>
              <a:t>Skill Profile Differences</a:t>
            </a:r>
          </a:p>
        </p:txBody>
      </p:sp>
      <p:sp>
        <p:nvSpPr>
          <p:cNvPr id="15" name="Text Placeholder 14">
            <a:extLst>
              <a:ext uri="{FF2B5EF4-FFF2-40B4-BE49-F238E27FC236}">
                <a16:creationId xmlns:a16="http://schemas.microsoft.com/office/drawing/2014/main" id="{04738F25-3596-3DFF-6CD8-E0CC3E33F87A}"/>
              </a:ext>
            </a:extLst>
          </p:cNvPr>
          <p:cNvSpPr>
            <a:spLocks noGrp="1"/>
          </p:cNvSpPr>
          <p:nvPr>
            <p:ph type="body" idx="16"/>
            <p:custDataLst>
              <p:tags r:id="rId8"/>
            </p:custDataLst>
          </p:nvPr>
        </p:nvSpPr>
        <p:spPr>
          <a:xfrm>
            <a:off x="8016241" y="1825979"/>
            <a:ext cx="3566159" cy="700654"/>
          </a:xfrm>
        </p:spPr>
        <p:txBody>
          <a:bodyPr>
            <a:normAutofit/>
          </a:bodyPr>
          <a:lstStyle/>
          <a:p>
            <a:r>
              <a:rPr lang="en-US" sz="1800">
                <a:solidFill>
                  <a:schemeClr val="accent1"/>
                </a:solidFill>
                <a:latin typeface="+mj-lt"/>
              </a:rPr>
              <a:t>Visualization of Clusters</a:t>
            </a:r>
          </a:p>
        </p:txBody>
      </p:sp>
      <p:sp>
        <p:nvSpPr>
          <p:cNvPr id="2" name="Rectangle 1">
            <a:extLst>
              <a:ext uri="{FF2B5EF4-FFF2-40B4-BE49-F238E27FC236}">
                <a16:creationId xmlns:a16="http://schemas.microsoft.com/office/drawing/2014/main" id="{24D452BE-849A-132F-C49B-B04323F71F56}"/>
              </a:ext>
            </a:extLst>
          </p:cNvPr>
          <p:cNvSpPr/>
          <p:nvPr>
            <p:custDataLst>
              <p:tags r:id="rId9"/>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93E9E9A-3965-124C-2BEB-9A1665F12BCC}"/>
              </a:ext>
            </a:extLst>
          </p:cNvPr>
          <p:cNvGrpSpPr/>
          <p:nvPr>
            <p:custDataLst>
              <p:tags r:id="rId10"/>
            </p:custDataLst>
          </p:nvPr>
        </p:nvGrpSpPr>
        <p:grpSpPr>
          <a:xfrm>
            <a:off x="9440602" y="162617"/>
            <a:ext cx="2576145" cy="1301528"/>
            <a:chOff x="5326996" y="628184"/>
            <a:chExt cx="2576145" cy="1301528"/>
          </a:xfrm>
        </p:grpSpPr>
        <p:sp>
          <p:nvSpPr>
            <p:cNvPr id="16" name="Rounded Rectangle 15">
              <a:extLst>
                <a:ext uri="{FF2B5EF4-FFF2-40B4-BE49-F238E27FC236}">
                  <a16:creationId xmlns:a16="http://schemas.microsoft.com/office/drawing/2014/main" id="{E06D5A24-A25D-C1E3-B182-6B9CF4290509}"/>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solidFill>
                  <a:srgbClr val="100F19"/>
                </a:solidFill>
              </a:endParaRPr>
            </a:p>
          </p:txBody>
        </p:sp>
        <p:pic>
          <p:nvPicPr>
            <p:cNvPr id="17" name="Graphic 16">
              <a:extLst>
                <a:ext uri="{FF2B5EF4-FFF2-40B4-BE49-F238E27FC236}">
                  <a16:creationId xmlns:a16="http://schemas.microsoft.com/office/drawing/2014/main" id="{A4F35152-7C19-9A10-97CF-953F72EE9FF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440548" y="734271"/>
              <a:ext cx="219238" cy="219238"/>
            </a:xfrm>
            <a:prstGeom prst="rect">
              <a:avLst/>
            </a:prstGeom>
          </p:spPr>
        </p:pic>
        <p:sp>
          <p:nvSpPr>
            <p:cNvPr id="18" name="Freeform 17">
              <a:extLst>
                <a:ext uri="{FF2B5EF4-FFF2-40B4-BE49-F238E27FC236}">
                  <a16:creationId xmlns:a16="http://schemas.microsoft.com/office/drawing/2014/main" id="{A3588467-841C-A33F-1167-1C78EFC1C932}"/>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a:solidFill>
                  <a:srgbClr val="100F19"/>
                </a:solidFill>
              </a:endParaRPr>
            </a:p>
          </p:txBody>
        </p:sp>
      </p:grpSp>
      <p:sp>
        <p:nvSpPr>
          <p:cNvPr id="19" name="TextBox 18">
            <a:extLst>
              <a:ext uri="{FF2B5EF4-FFF2-40B4-BE49-F238E27FC236}">
                <a16:creationId xmlns:a16="http://schemas.microsoft.com/office/drawing/2014/main" id="{89FCBA97-BBAE-9924-16A3-FD54B74362A2}"/>
              </a:ext>
            </a:extLst>
          </p:cNvPr>
          <p:cNvSpPr txBox="1"/>
          <p:nvPr>
            <p:custDataLst>
              <p:tags r:id="rId11"/>
            </p:custDataLst>
          </p:nvPr>
        </p:nvSpPr>
        <p:spPr>
          <a:xfrm>
            <a:off x="9552588" y="542869"/>
            <a:ext cx="2351599" cy="825024"/>
          </a:xfrm>
          <a:prstGeom prst="rect">
            <a:avLst/>
          </a:prstGeom>
          <a:noFill/>
        </p:spPr>
        <p:txBody>
          <a:bodyPr wrap="square" lIns="0" tIns="45720" rIns="0" bIns="0" rtlCol="0">
            <a:normAutofit/>
          </a:bodyPr>
          <a:lstStyle/>
          <a:p>
            <a:r>
              <a:rPr lang="en-US" sz="1100">
                <a:solidFill>
                  <a:srgbClr val="100F19"/>
                </a:solidFill>
                <a:latin typeface="Franklin Gothic Book" panose="020B0503020102020204" pitchFamily="34" charset="0"/>
              </a:rPr>
              <a:t>Customize this slide by including specific clustering algorithm names or metrics used in your analysis for a more technical audience.</a:t>
            </a:r>
          </a:p>
        </p:txBody>
      </p:sp>
    </p:spTree>
    <p:extLst>
      <p:ext uri="{BB962C8B-B14F-4D97-AF65-F5344CB8AC3E}">
        <p14:creationId xmlns:p14="http://schemas.microsoft.com/office/powerpoint/2010/main" val="1855347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EB5B7B-B1E4-82CD-2F1B-4190C2222342}"/>
              </a:ext>
            </a:extLst>
          </p:cNvPr>
          <p:cNvSpPr/>
          <p:nvPr/>
        </p:nvSpPr>
        <p:spPr>
          <a:xfrm>
            <a:off x="-177" y="-1"/>
            <a:ext cx="404505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0" name="TextBox 9">
            <a:extLst>
              <a:ext uri="{FF2B5EF4-FFF2-40B4-BE49-F238E27FC236}">
                <a16:creationId xmlns:a16="http://schemas.microsoft.com/office/drawing/2014/main" id="{315CEE83-5E94-96A5-29BD-F5364172E762}"/>
              </a:ext>
            </a:extLst>
          </p:cNvPr>
          <p:cNvSpPr txBox="1"/>
          <p:nvPr>
            <p:custDataLst>
              <p:tags r:id="rId1"/>
            </p:custDataLst>
          </p:nvPr>
        </p:nvSpPr>
        <p:spPr>
          <a:xfrm>
            <a:off x="609600" y="460338"/>
            <a:ext cx="5486400" cy="414150"/>
          </a:xfrm>
          <a:prstGeom prst="rect">
            <a:avLst/>
          </a:prstGeom>
          <a:noFill/>
        </p:spPr>
        <p:txBody>
          <a:bodyPr wrap="square">
            <a:spAutoFit/>
          </a:bodyPr>
          <a:lstStyle/>
          <a:p>
            <a:r>
              <a:rPr lang="en-US" sz="1400">
                <a:solidFill>
                  <a:schemeClr val="tx2"/>
                </a:solidFill>
              </a:rPr>
              <a:t>Clustering</a:t>
            </a:r>
          </a:p>
        </p:txBody>
      </p:sp>
      <p:sp>
        <p:nvSpPr>
          <p:cNvPr id="2" name="Title 1">
            <a:extLst>
              <a:ext uri="{FF2B5EF4-FFF2-40B4-BE49-F238E27FC236}">
                <a16:creationId xmlns:a16="http://schemas.microsoft.com/office/drawing/2014/main" id="{EBA6586C-1FA9-6842-68E8-90655E0DB317}"/>
              </a:ext>
            </a:extLst>
          </p:cNvPr>
          <p:cNvSpPr>
            <a:spLocks noGrp="1"/>
          </p:cNvSpPr>
          <p:nvPr>
            <p:ph type="title"/>
            <p:custDataLst>
              <p:tags r:id="rId2"/>
            </p:custDataLst>
          </p:nvPr>
        </p:nvSpPr>
        <p:spPr>
          <a:xfrm>
            <a:off x="609600" y="700740"/>
            <a:ext cx="2946360" cy="5435600"/>
          </a:xfrm>
        </p:spPr>
        <p:txBody>
          <a:bodyPr>
            <a:normAutofit/>
          </a:bodyPr>
          <a:lstStyle/>
          <a:p>
            <a:r>
              <a:rPr lang="en-US"/>
              <a:t>Visualization of Job Role Clusters</a:t>
            </a:r>
          </a:p>
        </p:txBody>
      </p:sp>
      <p:sp>
        <p:nvSpPr>
          <p:cNvPr id="4" name="Content Placeholder 3">
            <a:extLst>
              <a:ext uri="{FF2B5EF4-FFF2-40B4-BE49-F238E27FC236}">
                <a16:creationId xmlns:a16="http://schemas.microsoft.com/office/drawing/2014/main" id="{220817A8-0C99-2773-9EB3-AF980A0543DA}"/>
              </a:ext>
            </a:extLst>
          </p:cNvPr>
          <p:cNvSpPr>
            <a:spLocks noGrp="1"/>
          </p:cNvSpPr>
          <p:nvPr>
            <p:ph sz="half" idx="14"/>
            <p:custDataLst>
              <p:tags r:id="rId3"/>
            </p:custDataLst>
          </p:nvPr>
        </p:nvSpPr>
        <p:spPr>
          <a:xfrm>
            <a:off x="8001001" y="914400"/>
            <a:ext cx="3581400" cy="2377440"/>
          </a:xfrm>
        </p:spPr>
        <p:txBody>
          <a:bodyPr>
            <a:normAutofit/>
          </a:bodyPr>
          <a:lstStyle/>
          <a:p>
            <a:pPr marL="11113" indent="0">
              <a:lnSpc>
                <a:spcPct val="120000"/>
              </a:lnSpc>
              <a:buNone/>
            </a:pPr>
            <a:r>
              <a:rPr lang="en-US" dirty="0"/>
              <a:t>This cluster groups data analyst roles characterized by heavy reliance on Excel and lower coding requirements, reflecting operational and entry-level positions with moderate salaries.</a:t>
            </a:r>
          </a:p>
        </p:txBody>
      </p:sp>
      <p:sp>
        <p:nvSpPr>
          <p:cNvPr id="6" name="Content Placeholder 5">
            <a:extLst>
              <a:ext uri="{FF2B5EF4-FFF2-40B4-BE49-F238E27FC236}">
                <a16:creationId xmlns:a16="http://schemas.microsoft.com/office/drawing/2014/main" id="{04C6A205-D944-C4A3-0737-C9B40D30FE5E}"/>
              </a:ext>
            </a:extLst>
          </p:cNvPr>
          <p:cNvSpPr>
            <a:spLocks noGrp="1"/>
          </p:cNvSpPr>
          <p:nvPr>
            <p:ph sz="half" idx="15"/>
            <p:custDataLst>
              <p:tags r:id="rId4"/>
            </p:custDataLst>
          </p:nvPr>
        </p:nvSpPr>
        <p:spPr>
          <a:xfrm>
            <a:off x="8001000" y="4002066"/>
            <a:ext cx="3581400" cy="2387066"/>
          </a:xfrm>
        </p:spPr>
        <p:txBody>
          <a:bodyPr>
            <a:normAutofit/>
          </a:bodyPr>
          <a:lstStyle/>
          <a:p>
            <a:pPr marL="11113" indent="0">
              <a:lnSpc>
                <a:spcPct val="120000"/>
              </a:lnSpc>
              <a:buNone/>
            </a:pPr>
            <a:r>
              <a:rPr lang="en-US" dirty="0"/>
              <a:t>This cluster includes data scientist and engineer roles marked by strong programming skills in Python, AWS, and Spark, associated with higher salaries and advanced technical expertise.</a:t>
            </a:r>
          </a:p>
        </p:txBody>
      </p:sp>
      <p:sp>
        <p:nvSpPr>
          <p:cNvPr id="3" name="Text Placeholder 2">
            <a:extLst>
              <a:ext uri="{FF2B5EF4-FFF2-40B4-BE49-F238E27FC236}">
                <a16:creationId xmlns:a16="http://schemas.microsoft.com/office/drawing/2014/main" id="{4B515C28-264A-B565-F074-3D37916FC28F}"/>
              </a:ext>
            </a:extLst>
          </p:cNvPr>
          <p:cNvSpPr>
            <a:spLocks noGrp="1"/>
          </p:cNvSpPr>
          <p:nvPr>
            <p:ph type="body" idx="17"/>
            <p:custDataLst>
              <p:tags r:id="rId5"/>
            </p:custDataLst>
          </p:nvPr>
        </p:nvSpPr>
        <p:spPr>
          <a:xfrm>
            <a:off x="8001001" y="457200"/>
            <a:ext cx="3581400" cy="457200"/>
          </a:xfrm>
        </p:spPr>
        <p:txBody>
          <a:bodyPr anchor="ctr">
            <a:normAutofit/>
          </a:bodyPr>
          <a:lstStyle/>
          <a:p>
            <a:r>
              <a:rPr lang="en-US" sz="1800" dirty="0">
                <a:solidFill>
                  <a:schemeClr val="tx2"/>
                </a:solidFill>
                <a:latin typeface="+mj-lt"/>
              </a:rPr>
              <a:t>Analyst Cluster Characteristics</a:t>
            </a:r>
          </a:p>
        </p:txBody>
      </p:sp>
      <p:sp>
        <p:nvSpPr>
          <p:cNvPr id="5" name="Text Placeholder 4">
            <a:extLst>
              <a:ext uri="{FF2B5EF4-FFF2-40B4-BE49-F238E27FC236}">
                <a16:creationId xmlns:a16="http://schemas.microsoft.com/office/drawing/2014/main" id="{F8447373-3FA9-37F0-AE75-4F52A99B4525}"/>
              </a:ext>
            </a:extLst>
          </p:cNvPr>
          <p:cNvSpPr>
            <a:spLocks noGrp="1"/>
          </p:cNvSpPr>
          <p:nvPr>
            <p:ph type="body" idx="18"/>
            <p:custDataLst>
              <p:tags r:id="rId6"/>
            </p:custDataLst>
          </p:nvPr>
        </p:nvSpPr>
        <p:spPr>
          <a:xfrm>
            <a:off x="8001000" y="3544866"/>
            <a:ext cx="3581400" cy="457200"/>
          </a:xfrm>
        </p:spPr>
        <p:txBody>
          <a:bodyPr anchor="ctr">
            <a:normAutofit fontScale="92500"/>
          </a:bodyPr>
          <a:lstStyle/>
          <a:p>
            <a:r>
              <a:rPr lang="en-US" sz="1800">
                <a:solidFill>
                  <a:schemeClr val="tx2"/>
                </a:solidFill>
                <a:latin typeface="+mj-lt"/>
              </a:rPr>
              <a:t>Scientist/Engineer Cluster Features</a:t>
            </a:r>
          </a:p>
        </p:txBody>
      </p:sp>
      <p:pic>
        <p:nvPicPr>
          <p:cNvPr id="7" name="Picture Placeholder 9" descr="A group of boats in a body of water&#10;&#10;Description automatically generated">
            <a:extLst>
              <a:ext uri="{FF2B5EF4-FFF2-40B4-BE49-F238E27FC236}">
                <a16:creationId xmlns:a16="http://schemas.microsoft.com/office/drawing/2014/main" id="{19DEFF44-08AB-C971-5079-DB787F8178EF}"/>
              </a:ext>
            </a:extLst>
          </p:cNvPr>
          <p:cNvPicPr>
            <a:picLocks noChangeAspect="1"/>
          </p:cNvPicPr>
          <p:nvPr>
            <p:custDataLst>
              <p:tags r:id="rId7"/>
            </p:custDataLst>
          </p:nvPr>
        </p:nvPicPr>
        <p:blipFill rotWithShape="1">
          <a:blip r:embed="rId13" cstate="screen">
            <a:alphaModFix amt="85000"/>
            <a:extLst>
              <a:ext uri="{28A0092B-C50C-407E-A947-70E740481C1C}">
                <a14:useLocalDpi xmlns:a14="http://schemas.microsoft.com/office/drawing/2010/main"/>
              </a:ext>
            </a:extLst>
          </a:blip>
          <a:srcRect t="9838" b="9838"/>
          <a:stretch/>
        </p:blipFill>
        <p:spPr>
          <a:xfrm>
            <a:off x="4309070" y="457200"/>
            <a:ext cx="3529043" cy="2834640"/>
          </a:xfrm>
          <a:prstGeom prst="rect">
            <a:avLst/>
          </a:prstGeom>
        </p:spPr>
      </p:pic>
      <p:pic>
        <p:nvPicPr>
          <p:cNvPr id="8" name="Picture Placeholder 11">
            <a:extLst>
              <a:ext uri="{FF2B5EF4-FFF2-40B4-BE49-F238E27FC236}">
                <a16:creationId xmlns:a16="http://schemas.microsoft.com/office/drawing/2014/main" id="{37EB2E2A-C65A-D431-8C71-5597B99F975E}"/>
              </a:ext>
            </a:extLst>
          </p:cNvPr>
          <p:cNvPicPr>
            <a:picLocks noChangeAspect="1"/>
          </p:cNvPicPr>
          <p:nvPr>
            <p:custDataLst>
              <p:tags r:id="rId8"/>
            </p:custDataLst>
          </p:nvPr>
        </p:nvPicPr>
        <p:blipFill rotWithShape="1">
          <a:blip r:embed="rId14" cstate="screen">
            <a:alphaModFix amt="85000"/>
            <a:extLst>
              <a:ext uri="{28A0092B-C50C-407E-A947-70E740481C1C}">
                <a14:useLocalDpi xmlns:a14="http://schemas.microsoft.com/office/drawing/2010/main"/>
              </a:ext>
            </a:extLst>
          </a:blip>
          <a:srcRect t="9838" b="9838"/>
          <a:stretch/>
        </p:blipFill>
        <p:spPr>
          <a:xfrm>
            <a:off x="4309069" y="3554492"/>
            <a:ext cx="3529043" cy="2834640"/>
          </a:xfrm>
          <a:prstGeom prst="rect">
            <a:avLst/>
          </a:prstGeom>
        </p:spPr>
      </p:pic>
      <p:sp>
        <p:nvSpPr>
          <p:cNvPr id="9" name="Rectangle 8">
            <a:extLst>
              <a:ext uri="{FF2B5EF4-FFF2-40B4-BE49-F238E27FC236}">
                <a16:creationId xmlns:a16="http://schemas.microsoft.com/office/drawing/2014/main" id="{4F896AD3-0045-EF0A-CA39-9CB4C30AB43C}"/>
              </a:ext>
            </a:extLst>
          </p:cNvPr>
          <p:cNvSpPr/>
          <p:nvPr>
            <p:custDataLst>
              <p:tags r:id="rId9"/>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Franklin Gothic Book" panose="020B0503020102020204"/>
              <a:ea typeface="+mn-ea"/>
              <a:cs typeface="+mn-cs"/>
            </a:endParaRPr>
          </a:p>
        </p:txBody>
      </p:sp>
      <p:grpSp>
        <p:nvGrpSpPr>
          <p:cNvPr id="15" name="Group 14">
            <a:extLst>
              <a:ext uri="{FF2B5EF4-FFF2-40B4-BE49-F238E27FC236}">
                <a16:creationId xmlns:a16="http://schemas.microsoft.com/office/drawing/2014/main" id="{5F775CEB-D98A-488C-50B5-93E3F3EC9FE5}"/>
              </a:ext>
            </a:extLst>
          </p:cNvPr>
          <p:cNvGrpSpPr/>
          <p:nvPr>
            <p:custDataLst>
              <p:tags r:id="rId10"/>
            </p:custDataLst>
          </p:nvPr>
        </p:nvGrpSpPr>
        <p:grpSpPr>
          <a:xfrm>
            <a:off x="9440602" y="162617"/>
            <a:ext cx="2576145" cy="1301528"/>
            <a:chOff x="5326996" y="628184"/>
            <a:chExt cx="2576145" cy="1301528"/>
          </a:xfrm>
        </p:grpSpPr>
        <p:sp>
          <p:nvSpPr>
            <p:cNvPr id="16" name="Rounded Rectangle 15">
              <a:extLst>
                <a:ext uri="{FF2B5EF4-FFF2-40B4-BE49-F238E27FC236}">
                  <a16:creationId xmlns:a16="http://schemas.microsoft.com/office/drawing/2014/main" id="{760E2835-2C2E-D56E-36B0-E58D1A929FBB}"/>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solidFill>
                  <a:srgbClr val="100F19"/>
                </a:solidFill>
              </a:endParaRPr>
            </a:p>
          </p:txBody>
        </p:sp>
        <p:pic>
          <p:nvPicPr>
            <p:cNvPr id="17" name="Graphic 16">
              <a:extLst>
                <a:ext uri="{FF2B5EF4-FFF2-40B4-BE49-F238E27FC236}">
                  <a16:creationId xmlns:a16="http://schemas.microsoft.com/office/drawing/2014/main" id="{EE8F7723-5F6F-4A8D-5E3F-308DB4CF48F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440548" y="734271"/>
              <a:ext cx="219238" cy="219238"/>
            </a:xfrm>
            <a:prstGeom prst="rect">
              <a:avLst/>
            </a:prstGeom>
          </p:spPr>
        </p:pic>
        <p:sp>
          <p:nvSpPr>
            <p:cNvPr id="18" name="Freeform 17">
              <a:extLst>
                <a:ext uri="{FF2B5EF4-FFF2-40B4-BE49-F238E27FC236}">
                  <a16:creationId xmlns:a16="http://schemas.microsoft.com/office/drawing/2014/main" id="{6229DEEC-178A-D04C-A68E-78FA84FD4BFF}"/>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a:solidFill>
                  <a:srgbClr val="100F19"/>
                </a:solidFill>
              </a:endParaRPr>
            </a:p>
          </p:txBody>
        </p:sp>
      </p:grpSp>
      <p:sp>
        <p:nvSpPr>
          <p:cNvPr id="19" name="TextBox 18">
            <a:extLst>
              <a:ext uri="{FF2B5EF4-FFF2-40B4-BE49-F238E27FC236}">
                <a16:creationId xmlns:a16="http://schemas.microsoft.com/office/drawing/2014/main" id="{51C059CF-0C2A-B4E7-CE75-61909573EB80}"/>
              </a:ext>
            </a:extLst>
          </p:cNvPr>
          <p:cNvSpPr txBox="1"/>
          <p:nvPr>
            <p:custDataLst>
              <p:tags r:id="rId11"/>
            </p:custDataLst>
          </p:nvPr>
        </p:nvSpPr>
        <p:spPr>
          <a:xfrm>
            <a:off x="9552588" y="542869"/>
            <a:ext cx="2351599" cy="825024"/>
          </a:xfrm>
          <a:prstGeom prst="rect">
            <a:avLst/>
          </a:prstGeom>
          <a:noFill/>
        </p:spPr>
        <p:txBody>
          <a:bodyPr wrap="square" lIns="0" tIns="45720" rIns="0" bIns="0" rtlCol="0">
            <a:normAutofit/>
          </a:bodyPr>
          <a:lstStyle/>
          <a:p>
            <a:r>
              <a:rPr lang="en-US" sz="1100">
                <a:solidFill>
                  <a:srgbClr val="100F19"/>
                </a:solidFill>
                <a:latin typeface="Franklin Gothic Book" panose="020B0503020102020204" pitchFamily="34" charset="0"/>
              </a:rPr>
              <a:t>Use actual data visualizations like PCA or t-SNE plots from your analysis to make the clusters visually clear and engaging.</a:t>
            </a:r>
          </a:p>
        </p:txBody>
      </p:sp>
    </p:spTree>
    <p:extLst>
      <p:ext uri="{BB962C8B-B14F-4D97-AF65-F5344CB8AC3E}">
        <p14:creationId xmlns:p14="http://schemas.microsoft.com/office/powerpoint/2010/main" val="94244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DA48C6-AA9A-1D09-0830-E327473D9E41}"/>
              </a:ext>
            </a:extLst>
          </p:cNvPr>
          <p:cNvSpPr txBox="1"/>
          <p:nvPr>
            <p:custDataLst>
              <p:tags r:id="rId1"/>
            </p:custDataLst>
          </p:nvPr>
        </p:nvSpPr>
        <p:spPr>
          <a:xfrm>
            <a:off x="609600" y="460338"/>
            <a:ext cx="3285918" cy="414150"/>
          </a:xfrm>
          <a:prstGeom prst="rect">
            <a:avLst/>
          </a:prstGeom>
          <a:noFill/>
        </p:spPr>
        <p:txBody>
          <a:bodyPr wrap="square">
            <a:spAutoFit/>
          </a:bodyPr>
          <a:lstStyle/>
          <a:p>
            <a:r>
              <a:rPr lang="en-US" sz="1400" dirty="0">
                <a:solidFill>
                  <a:schemeClr val="tx2"/>
                </a:solidFill>
              </a:rPr>
              <a:t>Conclusions</a:t>
            </a:r>
          </a:p>
        </p:txBody>
      </p:sp>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2"/>
            </p:custDataLst>
          </p:nvPr>
        </p:nvSpPr>
        <p:spPr>
          <a:xfrm>
            <a:off x="609600" y="700740"/>
            <a:ext cx="2946360" cy="5435600"/>
          </a:xfrm>
        </p:spPr>
        <p:txBody>
          <a:bodyPr>
            <a:normAutofit/>
          </a:bodyPr>
          <a:lstStyle/>
          <a:p>
            <a:r>
              <a:rPr lang="en-US" dirty="0"/>
              <a:t>Conclusions: Key Takeaways</a:t>
            </a:r>
          </a:p>
        </p:txBody>
      </p:sp>
      <p:sp>
        <p:nvSpPr>
          <p:cNvPr id="26" name="Content Placeholder 25">
            <a:extLst>
              <a:ext uri="{FF2B5EF4-FFF2-40B4-BE49-F238E27FC236}">
                <a16:creationId xmlns:a16="http://schemas.microsoft.com/office/drawing/2014/main" id="{E788DD44-AE73-33B6-4635-9B8D5137E607}"/>
              </a:ext>
            </a:extLst>
          </p:cNvPr>
          <p:cNvSpPr>
            <a:spLocks noGrp="1"/>
          </p:cNvSpPr>
          <p:nvPr>
            <p:ph sz="half" idx="1"/>
            <p:custDataLst>
              <p:tags r:id="rId3"/>
            </p:custDataLst>
          </p:nvPr>
        </p:nvSpPr>
        <p:spPr>
          <a:xfrm>
            <a:off x="6773779" y="468868"/>
            <a:ext cx="4808619" cy="1371600"/>
          </a:xfrm>
        </p:spPr>
        <p:txBody>
          <a:bodyPr vert="horz" lIns="91440" tIns="45720" rIns="91440" bIns="45720" rtlCol="0">
            <a:normAutofit/>
          </a:bodyPr>
          <a:lstStyle/>
          <a:p>
            <a:pPr marL="11113" indent="0">
              <a:lnSpc>
                <a:spcPct val="120000"/>
              </a:lnSpc>
              <a:buNone/>
            </a:pPr>
            <a:r>
              <a:rPr lang="en-US" sz="1400" dirty="0"/>
              <a:t>Proficiency in Python, cloud platforms, and Excel is critical. Combining technical expertise with communication and adaptability creates the best opportunities.</a:t>
            </a:r>
          </a:p>
        </p:txBody>
      </p:sp>
      <p:sp>
        <p:nvSpPr>
          <p:cNvPr id="28" name="Content Placeholder 27">
            <a:extLst>
              <a:ext uri="{FF2B5EF4-FFF2-40B4-BE49-F238E27FC236}">
                <a16:creationId xmlns:a16="http://schemas.microsoft.com/office/drawing/2014/main" id="{F595EC02-957F-FE81-2C9F-5A8C787B445F}"/>
              </a:ext>
            </a:extLst>
          </p:cNvPr>
          <p:cNvSpPr>
            <a:spLocks noGrp="1"/>
          </p:cNvSpPr>
          <p:nvPr>
            <p:ph sz="half" idx="2"/>
            <p:custDataLst>
              <p:tags r:id="rId4"/>
            </p:custDataLst>
          </p:nvPr>
        </p:nvSpPr>
        <p:spPr>
          <a:xfrm>
            <a:off x="6773778" y="1959685"/>
            <a:ext cx="4808619" cy="1371600"/>
          </a:xfrm>
        </p:spPr>
        <p:txBody>
          <a:bodyPr vert="horz" lIns="91440" tIns="45720" rIns="91440" bIns="45720" rtlCol="0">
            <a:normAutofit/>
          </a:bodyPr>
          <a:lstStyle/>
          <a:p>
            <a:pPr marL="11113" indent="0">
              <a:lnSpc>
                <a:spcPct val="120000"/>
              </a:lnSpc>
              <a:buNone/>
            </a:pPr>
            <a:r>
              <a:rPr lang="en-US" sz="1400" dirty="0"/>
              <a:t>Tech &amp; data roles grow rapidly (~30%+), healthcare expands with aging populations (+46%), education focuses on upskilling, and clean energy surges (+50-60%).</a:t>
            </a:r>
          </a:p>
        </p:txBody>
      </p:sp>
      <p:sp>
        <p:nvSpPr>
          <p:cNvPr id="30" name="Content Placeholder 29">
            <a:extLst>
              <a:ext uri="{FF2B5EF4-FFF2-40B4-BE49-F238E27FC236}">
                <a16:creationId xmlns:a16="http://schemas.microsoft.com/office/drawing/2014/main" id="{262DC19F-B03F-FD9C-64D4-837E89CE392B}"/>
              </a:ext>
            </a:extLst>
          </p:cNvPr>
          <p:cNvSpPr>
            <a:spLocks noGrp="1"/>
          </p:cNvSpPr>
          <p:nvPr>
            <p:ph sz="half" idx="13"/>
            <p:custDataLst>
              <p:tags r:id="rId5"/>
            </p:custDataLst>
          </p:nvPr>
        </p:nvSpPr>
        <p:spPr>
          <a:xfrm>
            <a:off x="6773778" y="3450502"/>
            <a:ext cx="4808619" cy="1371600"/>
          </a:xfrm>
        </p:spPr>
        <p:txBody>
          <a:bodyPr vert="horz" lIns="91440" tIns="45720" rIns="91440" bIns="45720" rtlCol="0">
            <a:normAutofit/>
          </a:bodyPr>
          <a:lstStyle/>
          <a:p>
            <a:pPr marL="11113" indent="0">
              <a:lnSpc>
                <a:spcPct val="120000"/>
              </a:lnSpc>
              <a:buNone/>
            </a:pPr>
            <a:r>
              <a:rPr lang="en-US" sz="1400" dirty="0"/>
              <a:t>Technology constantly evolves, requiring continuous skill updates. Embracing new tools and adapting to change ensures career resilience and relevance.</a:t>
            </a:r>
          </a:p>
        </p:txBody>
      </p:sp>
      <p:sp>
        <p:nvSpPr>
          <p:cNvPr id="13" name="Text Placeholder 12">
            <a:extLst>
              <a:ext uri="{FF2B5EF4-FFF2-40B4-BE49-F238E27FC236}">
                <a16:creationId xmlns:a16="http://schemas.microsoft.com/office/drawing/2014/main" id="{6DCE048E-468B-46C2-9D3B-C1E8319AA2F4}"/>
              </a:ext>
            </a:extLst>
          </p:cNvPr>
          <p:cNvSpPr>
            <a:spLocks noGrp="1"/>
          </p:cNvSpPr>
          <p:nvPr>
            <p:ph type="body" idx="14"/>
            <p:custDataLst>
              <p:tags r:id="rId6"/>
            </p:custDataLst>
          </p:nvPr>
        </p:nvSpPr>
        <p:spPr>
          <a:xfrm>
            <a:off x="5028112" y="468866"/>
            <a:ext cx="1652617" cy="1371600"/>
          </a:xfrm>
        </p:spPr>
        <p:txBody>
          <a:bodyPr vert="horz" lIns="91440" tIns="45720" rIns="91440" bIns="45720" rtlCol="0" anchor="t">
            <a:normAutofit/>
          </a:bodyPr>
          <a:lstStyle/>
          <a:p>
            <a:pPr indent="9525">
              <a:lnSpc>
                <a:spcPct val="120000"/>
              </a:lnSpc>
            </a:pPr>
            <a:r>
              <a:rPr lang="en-US" sz="1500" dirty="0">
                <a:latin typeface="+mj-lt"/>
              </a:rPr>
              <a:t>Digital Skills Drive Careers</a:t>
            </a:r>
          </a:p>
        </p:txBody>
      </p:sp>
      <p:sp>
        <p:nvSpPr>
          <p:cNvPr id="14" name="Text Placeholder 13">
            <a:extLst>
              <a:ext uri="{FF2B5EF4-FFF2-40B4-BE49-F238E27FC236}">
                <a16:creationId xmlns:a16="http://schemas.microsoft.com/office/drawing/2014/main" id="{6D62A190-0D55-FEDE-2AE9-DCF41814D4DA}"/>
              </a:ext>
            </a:extLst>
          </p:cNvPr>
          <p:cNvSpPr>
            <a:spLocks noGrp="1"/>
          </p:cNvSpPr>
          <p:nvPr>
            <p:ph type="body" idx="15"/>
            <p:custDataLst>
              <p:tags r:id="rId7"/>
            </p:custDataLst>
          </p:nvPr>
        </p:nvSpPr>
        <p:spPr>
          <a:xfrm>
            <a:off x="5028112" y="1959684"/>
            <a:ext cx="1652617" cy="1371600"/>
          </a:xfrm>
        </p:spPr>
        <p:txBody>
          <a:bodyPr vert="horz" lIns="91440" tIns="45720" rIns="91440" bIns="45720" rtlCol="0" anchor="t">
            <a:normAutofit/>
          </a:bodyPr>
          <a:lstStyle/>
          <a:p>
            <a:pPr indent="9525">
              <a:lnSpc>
                <a:spcPct val="120000"/>
              </a:lnSpc>
            </a:pPr>
            <a:r>
              <a:rPr lang="en-US" sz="1500" dirty="0">
                <a:latin typeface="+mj-lt"/>
              </a:rPr>
              <a:t>High-Growth Sectors</a:t>
            </a:r>
          </a:p>
        </p:txBody>
      </p:sp>
      <p:sp>
        <p:nvSpPr>
          <p:cNvPr id="15" name="Text Placeholder 14">
            <a:extLst>
              <a:ext uri="{FF2B5EF4-FFF2-40B4-BE49-F238E27FC236}">
                <a16:creationId xmlns:a16="http://schemas.microsoft.com/office/drawing/2014/main" id="{04738F25-3596-3DFF-6CD8-E0CC3E33F87A}"/>
              </a:ext>
            </a:extLst>
          </p:cNvPr>
          <p:cNvSpPr>
            <a:spLocks noGrp="1"/>
          </p:cNvSpPr>
          <p:nvPr>
            <p:ph type="body" idx="16"/>
            <p:custDataLst>
              <p:tags r:id="rId8"/>
            </p:custDataLst>
          </p:nvPr>
        </p:nvSpPr>
        <p:spPr>
          <a:xfrm>
            <a:off x="5028112" y="3450502"/>
            <a:ext cx="1652617" cy="1371600"/>
          </a:xfrm>
        </p:spPr>
        <p:txBody>
          <a:bodyPr vert="horz" lIns="91440" tIns="45720" rIns="91440" bIns="45720" rtlCol="0" anchor="t">
            <a:normAutofit/>
          </a:bodyPr>
          <a:lstStyle/>
          <a:p>
            <a:pPr indent="9525">
              <a:lnSpc>
                <a:spcPct val="120000"/>
              </a:lnSpc>
            </a:pPr>
            <a:r>
              <a:rPr lang="en-US" sz="1500" dirty="0">
                <a:latin typeface="+mj-lt"/>
              </a:rPr>
              <a:t>Lifelong Learning is Essential</a:t>
            </a:r>
          </a:p>
        </p:txBody>
      </p:sp>
      <p:sp>
        <p:nvSpPr>
          <p:cNvPr id="2" name="Rectangle 1">
            <a:extLst>
              <a:ext uri="{FF2B5EF4-FFF2-40B4-BE49-F238E27FC236}">
                <a16:creationId xmlns:a16="http://schemas.microsoft.com/office/drawing/2014/main" id="{7664DFC7-C861-C967-C0CE-7990949D9E4F}"/>
              </a:ext>
            </a:extLst>
          </p:cNvPr>
          <p:cNvSpPr/>
          <p:nvPr>
            <p:custDataLst>
              <p:tags r:id="rId9"/>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6848C57-C43F-8453-59A4-CAC7B39311A4}"/>
              </a:ext>
            </a:extLst>
          </p:cNvPr>
          <p:cNvGrpSpPr/>
          <p:nvPr>
            <p:custDataLst>
              <p:tags r:id="rId10"/>
            </p:custDataLst>
          </p:nvPr>
        </p:nvGrpSpPr>
        <p:grpSpPr>
          <a:xfrm>
            <a:off x="9440602" y="162617"/>
            <a:ext cx="2576145" cy="1301528"/>
            <a:chOff x="5326996" y="628184"/>
            <a:chExt cx="2576145" cy="1301528"/>
          </a:xfrm>
        </p:grpSpPr>
        <p:sp>
          <p:nvSpPr>
            <p:cNvPr id="16" name="Rounded Rectangle 15">
              <a:extLst>
                <a:ext uri="{FF2B5EF4-FFF2-40B4-BE49-F238E27FC236}">
                  <a16:creationId xmlns:a16="http://schemas.microsoft.com/office/drawing/2014/main" id="{8BF658A7-9C6B-44BC-2BE2-DF0FBDB15702}"/>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solidFill>
                  <a:srgbClr val="100F19"/>
                </a:solidFill>
              </a:endParaRPr>
            </a:p>
          </p:txBody>
        </p:sp>
        <p:pic>
          <p:nvPicPr>
            <p:cNvPr id="17" name="Graphic 16">
              <a:extLst>
                <a:ext uri="{FF2B5EF4-FFF2-40B4-BE49-F238E27FC236}">
                  <a16:creationId xmlns:a16="http://schemas.microsoft.com/office/drawing/2014/main" id="{ACD01DFB-A8E5-C617-4B06-20ADEC190E5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440548" y="734271"/>
              <a:ext cx="219238" cy="219238"/>
            </a:xfrm>
            <a:prstGeom prst="rect">
              <a:avLst/>
            </a:prstGeom>
          </p:spPr>
        </p:pic>
        <p:sp>
          <p:nvSpPr>
            <p:cNvPr id="18" name="Freeform 17">
              <a:extLst>
                <a:ext uri="{FF2B5EF4-FFF2-40B4-BE49-F238E27FC236}">
                  <a16:creationId xmlns:a16="http://schemas.microsoft.com/office/drawing/2014/main" id="{BAEB4731-4590-ABAB-1DA4-B31B2C793A79}"/>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a:solidFill>
                  <a:srgbClr val="100F19"/>
                </a:solidFill>
              </a:endParaRPr>
            </a:p>
          </p:txBody>
        </p:sp>
      </p:grpSp>
      <p:sp>
        <p:nvSpPr>
          <p:cNvPr id="19" name="TextBox 18">
            <a:extLst>
              <a:ext uri="{FF2B5EF4-FFF2-40B4-BE49-F238E27FC236}">
                <a16:creationId xmlns:a16="http://schemas.microsoft.com/office/drawing/2014/main" id="{E79047F7-ED2B-96A3-5923-AA361F732DFC}"/>
              </a:ext>
            </a:extLst>
          </p:cNvPr>
          <p:cNvSpPr txBox="1"/>
          <p:nvPr>
            <p:custDataLst>
              <p:tags r:id="rId11"/>
            </p:custDataLst>
          </p:nvPr>
        </p:nvSpPr>
        <p:spPr>
          <a:xfrm>
            <a:off x="9552588" y="542869"/>
            <a:ext cx="2351599" cy="825024"/>
          </a:xfrm>
          <a:prstGeom prst="rect">
            <a:avLst/>
          </a:prstGeom>
          <a:noFill/>
        </p:spPr>
        <p:txBody>
          <a:bodyPr wrap="square" lIns="0" tIns="45720" rIns="0" bIns="0" rtlCol="0">
            <a:normAutofit/>
          </a:bodyPr>
          <a:lstStyle/>
          <a:p>
            <a:r>
              <a:rPr lang="en-US" sz="1100" dirty="0">
                <a:solidFill>
                  <a:srgbClr val="100F19"/>
                </a:solidFill>
                <a:latin typeface="Franklin Gothic Book" panose="020B0503020102020204" pitchFamily="34" charset="0"/>
              </a:rPr>
              <a:t>Tailor the examples of high-growth sectors or skills to match your audience's industry or region for greater relevance.</a:t>
            </a:r>
          </a:p>
        </p:txBody>
      </p:sp>
      <p:sp>
        <p:nvSpPr>
          <p:cNvPr id="8" name="TextBox 7">
            <a:extLst>
              <a:ext uri="{FF2B5EF4-FFF2-40B4-BE49-F238E27FC236}">
                <a16:creationId xmlns:a16="http://schemas.microsoft.com/office/drawing/2014/main" id="{90A50666-EF2A-25FF-33FB-7652A907C850}"/>
              </a:ext>
            </a:extLst>
          </p:cNvPr>
          <p:cNvSpPr txBox="1"/>
          <p:nvPr/>
        </p:nvSpPr>
        <p:spPr>
          <a:xfrm>
            <a:off x="4217307" y="468866"/>
            <a:ext cx="638373" cy="338554"/>
          </a:xfrm>
          <a:prstGeom prst="rect">
            <a:avLst/>
          </a:prstGeom>
          <a:noFill/>
        </p:spPr>
        <p:txBody>
          <a:bodyPr wrap="square" rtlCol="0">
            <a:spAutoFit/>
          </a:bodyPr>
          <a:lstStyle/>
          <a:p>
            <a:pPr algn="r"/>
            <a:r>
              <a:rPr lang="en-US" sz="1600" b="1" dirty="0">
                <a:solidFill>
                  <a:schemeClr val="accent3"/>
                </a:solidFill>
              </a:rPr>
              <a:t>01</a:t>
            </a:r>
          </a:p>
        </p:txBody>
      </p:sp>
      <p:sp>
        <p:nvSpPr>
          <p:cNvPr id="10" name="TextBox 9">
            <a:extLst>
              <a:ext uri="{FF2B5EF4-FFF2-40B4-BE49-F238E27FC236}">
                <a16:creationId xmlns:a16="http://schemas.microsoft.com/office/drawing/2014/main" id="{A9EFBC15-F158-6986-2CDF-05CDE56DD4FB}"/>
              </a:ext>
            </a:extLst>
          </p:cNvPr>
          <p:cNvSpPr txBox="1"/>
          <p:nvPr/>
        </p:nvSpPr>
        <p:spPr>
          <a:xfrm>
            <a:off x="4217307" y="1959684"/>
            <a:ext cx="638373" cy="338554"/>
          </a:xfrm>
          <a:prstGeom prst="rect">
            <a:avLst/>
          </a:prstGeom>
          <a:noFill/>
        </p:spPr>
        <p:txBody>
          <a:bodyPr wrap="square" rtlCol="0">
            <a:spAutoFit/>
          </a:bodyPr>
          <a:lstStyle/>
          <a:p>
            <a:pPr algn="r"/>
            <a:r>
              <a:rPr lang="en-US" sz="1600" b="1" dirty="0">
                <a:solidFill>
                  <a:schemeClr val="accent3"/>
                </a:solidFill>
              </a:rPr>
              <a:t>02</a:t>
            </a:r>
          </a:p>
        </p:txBody>
      </p:sp>
      <p:sp>
        <p:nvSpPr>
          <p:cNvPr id="11" name="TextBox 10">
            <a:extLst>
              <a:ext uri="{FF2B5EF4-FFF2-40B4-BE49-F238E27FC236}">
                <a16:creationId xmlns:a16="http://schemas.microsoft.com/office/drawing/2014/main" id="{28BE883E-9DCA-2FEA-ED38-A301BADB1863}"/>
              </a:ext>
            </a:extLst>
          </p:cNvPr>
          <p:cNvSpPr txBox="1"/>
          <p:nvPr/>
        </p:nvSpPr>
        <p:spPr>
          <a:xfrm>
            <a:off x="4217307" y="3450502"/>
            <a:ext cx="638373" cy="338554"/>
          </a:xfrm>
          <a:prstGeom prst="rect">
            <a:avLst/>
          </a:prstGeom>
          <a:noFill/>
        </p:spPr>
        <p:txBody>
          <a:bodyPr wrap="square" rtlCol="0">
            <a:spAutoFit/>
          </a:bodyPr>
          <a:lstStyle/>
          <a:p>
            <a:pPr algn="r"/>
            <a:r>
              <a:rPr lang="en-US" sz="1600" b="1">
                <a:solidFill>
                  <a:schemeClr val="accent3"/>
                </a:solidFill>
              </a:rPr>
              <a:t>03</a:t>
            </a:r>
          </a:p>
        </p:txBody>
      </p:sp>
      <p:sp>
        <p:nvSpPr>
          <p:cNvPr id="5" name="Content Placeholder 29">
            <a:extLst>
              <a:ext uri="{FF2B5EF4-FFF2-40B4-BE49-F238E27FC236}">
                <a16:creationId xmlns:a16="http://schemas.microsoft.com/office/drawing/2014/main" id="{01DB40DF-1F4F-8B61-45C8-9946781E923D}"/>
              </a:ext>
            </a:extLst>
          </p:cNvPr>
          <p:cNvSpPr txBox="1">
            <a:spLocks/>
          </p:cNvSpPr>
          <p:nvPr>
            <p:custDataLst>
              <p:tags r:id="rId12"/>
            </p:custDataLst>
          </p:nvPr>
        </p:nvSpPr>
        <p:spPr>
          <a:xfrm>
            <a:off x="6773778" y="4941320"/>
            <a:ext cx="4808619" cy="1371600"/>
          </a:xfrm>
          <a:prstGeom prst="rect">
            <a:avLst/>
          </a:prstGeom>
        </p:spPr>
        <p:txBody>
          <a:bodyPr vert="horz" lIns="9144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nSpc>
                <a:spcPct val="120000"/>
              </a:lnSpc>
              <a:buFont typeface="Arial" panose="020B0604020202020204" pitchFamily="34" charset="0"/>
              <a:buNone/>
            </a:pPr>
            <a:r>
              <a:rPr lang="en-US" sz="1400" dirty="0"/>
              <a:t>Educators, companies, and governments must work together to address skill gaps, update programs, invest in training, and support accessible education.</a:t>
            </a:r>
          </a:p>
        </p:txBody>
      </p:sp>
      <p:sp>
        <p:nvSpPr>
          <p:cNvPr id="6" name="Text Placeholder 14">
            <a:extLst>
              <a:ext uri="{FF2B5EF4-FFF2-40B4-BE49-F238E27FC236}">
                <a16:creationId xmlns:a16="http://schemas.microsoft.com/office/drawing/2014/main" id="{34905FE6-344D-1DED-093C-AB088642A6EB}"/>
              </a:ext>
            </a:extLst>
          </p:cNvPr>
          <p:cNvSpPr txBox="1">
            <a:spLocks/>
          </p:cNvSpPr>
          <p:nvPr>
            <p:custDataLst>
              <p:tags r:id="rId13"/>
            </p:custDataLst>
          </p:nvPr>
        </p:nvSpPr>
        <p:spPr>
          <a:xfrm>
            <a:off x="5028112" y="4941320"/>
            <a:ext cx="1652617" cy="1371600"/>
          </a:xfrm>
          <a:prstGeom prst="rect">
            <a:avLst/>
          </a:prstGeom>
        </p:spPr>
        <p:txBody>
          <a:bodyPr vert="horz" lIns="9144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400" b="1" kern="1200">
                <a:solidFill>
                  <a:schemeClr val="tx1"/>
                </a:solidFill>
                <a:latin typeface="Franklin Gothic Medium" panose="020B0603020102020204" pitchFamily="34" charset="0"/>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indent="9525">
              <a:lnSpc>
                <a:spcPct val="120000"/>
              </a:lnSpc>
            </a:pPr>
            <a:r>
              <a:rPr lang="en-US" sz="1500" dirty="0">
                <a:latin typeface="+mj-lt"/>
              </a:rPr>
              <a:t>Collaboration is Key</a:t>
            </a:r>
          </a:p>
        </p:txBody>
      </p:sp>
      <p:sp>
        <p:nvSpPr>
          <p:cNvPr id="7" name="TextBox 6">
            <a:extLst>
              <a:ext uri="{FF2B5EF4-FFF2-40B4-BE49-F238E27FC236}">
                <a16:creationId xmlns:a16="http://schemas.microsoft.com/office/drawing/2014/main" id="{FACFADC1-06D6-8BCC-3B4D-1512379A35D5}"/>
              </a:ext>
            </a:extLst>
          </p:cNvPr>
          <p:cNvSpPr txBox="1"/>
          <p:nvPr/>
        </p:nvSpPr>
        <p:spPr>
          <a:xfrm>
            <a:off x="4217307" y="4941320"/>
            <a:ext cx="638373" cy="338554"/>
          </a:xfrm>
          <a:prstGeom prst="rect">
            <a:avLst/>
          </a:prstGeom>
          <a:noFill/>
        </p:spPr>
        <p:txBody>
          <a:bodyPr wrap="square" rtlCol="0">
            <a:spAutoFit/>
          </a:bodyPr>
          <a:lstStyle/>
          <a:p>
            <a:pPr algn="r"/>
            <a:r>
              <a:rPr lang="en-US" sz="1600" b="1" dirty="0">
                <a:solidFill>
                  <a:schemeClr val="accent3"/>
                </a:solidFill>
              </a:rPr>
              <a:t>04</a:t>
            </a:r>
          </a:p>
        </p:txBody>
      </p:sp>
    </p:spTree>
    <p:extLst>
      <p:ext uri="{BB962C8B-B14F-4D97-AF65-F5344CB8AC3E}">
        <p14:creationId xmlns:p14="http://schemas.microsoft.com/office/powerpoint/2010/main" val="1113072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D2B798C-3E54-E9FF-5A89-217C67ED1519}"/>
              </a:ext>
            </a:extLst>
          </p:cNvPr>
          <p:cNvSpPr txBox="1"/>
          <p:nvPr>
            <p:custDataLst>
              <p:tags r:id="rId1"/>
            </p:custDataLst>
          </p:nvPr>
        </p:nvSpPr>
        <p:spPr>
          <a:xfrm>
            <a:off x="609600" y="460338"/>
            <a:ext cx="5486400" cy="414150"/>
          </a:xfrm>
          <a:prstGeom prst="rect">
            <a:avLst/>
          </a:prstGeom>
          <a:noFill/>
        </p:spPr>
        <p:txBody>
          <a:bodyPr wrap="square">
            <a:spAutoFit/>
          </a:bodyPr>
          <a:lstStyle/>
          <a:p>
            <a:r>
              <a:rPr lang="en-US" sz="1400">
                <a:solidFill>
                  <a:schemeClr val="tx2"/>
                </a:solidFill>
              </a:rPr>
              <a:t>Workforce</a:t>
            </a:r>
          </a:p>
        </p:txBody>
      </p:sp>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2"/>
            </p:custDataLst>
          </p:nvPr>
        </p:nvSpPr>
        <p:spPr>
          <a:xfrm>
            <a:off x="609600" y="700741"/>
            <a:ext cx="10972800" cy="792480"/>
          </a:xfrm>
        </p:spPr>
        <p:txBody>
          <a:bodyPr>
            <a:normAutofit/>
          </a:bodyPr>
          <a:lstStyle/>
          <a:p>
            <a:r>
              <a:rPr lang="en-US"/>
              <a:t>Preparing for the Future Workforce</a:t>
            </a:r>
          </a:p>
        </p:txBody>
      </p:sp>
      <p:sp>
        <p:nvSpPr>
          <p:cNvPr id="10" name="Content Placeholder 9">
            <a:extLst>
              <a:ext uri="{FF2B5EF4-FFF2-40B4-BE49-F238E27FC236}">
                <a16:creationId xmlns:a16="http://schemas.microsoft.com/office/drawing/2014/main" id="{85F4DE25-5666-B033-6C5F-56853D33C2B7}"/>
              </a:ext>
            </a:extLst>
          </p:cNvPr>
          <p:cNvSpPr>
            <a:spLocks noGrp="1"/>
          </p:cNvSpPr>
          <p:nvPr>
            <p:ph sz="half" idx="1"/>
            <p:custDataLst>
              <p:tags r:id="rId3"/>
            </p:custDataLst>
          </p:nvPr>
        </p:nvSpPr>
        <p:spPr>
          <a:xfrm>
            <a:off x="609600" y="2849673"/>
            <a:ext cx="3474720" cy="3230992"/>
          </a:xfrm>
        </p:spPr>
        <p:txBody>
          <a:bodyPr lIns="0">
            <a:normAutofit/>
          </a:bodyPr>
          <a:lstStyle/>
          <a:p>
            <a:pPr marL="11113" indent="0">
              <a:lnSpc>
                <a:spcPct val="120000"/>
              </a:lnSpc>
              <a:buNone/>
            </a:pPr>
            <a:r>
              <a:rPr lang="en-US" dirty="0"/>
              <a:t>Educational institutions should partner with companies to update curricula, integrating emerging skills like data literacy, cloud computing, and AI to prepare students for future roles.</a:t>
            </a:r>
          </a:p>
        </p:txBody>
      </p:sp>
      <p:sp>
        <p:nvSpPr>
          <p:cNvPr id="11" name="Content Placeholder 10">
            <a:extLst>
              <a:ext uri="{FF2B5EF4-FFF2-40B4-BE49-F238E27FC236}">
                <a16:creationId xmlns:a16="http://schemas.microsoft.com/office/drawing/2014/main" id="{A9E3D164-34EA-CCC6-0D04-370EF0F48223}"/>
              </a:ext>
            </a:extLst>
          </p:cNvPr>
          <p:cNvSpPr>
            <a:spLocks noGrp="1"/>
          </p:cNvSpPr>
          <p:nvPr>
            <p:ph sz="half" idx="2"/>
            <p:custDataLst>
              <p:tags r:id="rId4"/>
            </p:custDataLst>
          </p:nvPr>
        </p:nvSpPr>
        <p:spPr>
          <a:xfrm>
            <a:off x="4312920" y="2849673"/>
            <a:ext cx="3474720" cy="3230992"/>
          </a:xfrm>
        </p:spPr>
        <p:txBody>
          <a:bodyPr lIns="0">
            <a:normAutofit/>
          </a:bodyPr>
          <a:lstStyle/>
          <a:p>
            <a:pPr marL="11113" indent="0">
              <a:lnSpc>
                <a:spcPct val="120000"/>
              </a:lnSpc>
              <a:buNone/>
            </a:pPr>
            <a:r>
              <a:rPr lang="en-US" dirty="0"/>
              <a:t>Companies must invest in ongoing employee training and upskilling programs rather than relying solely on hiring, ensuring their workforce adapts to technological advances and market shifts.</a:t>
            </a:r>
          </a:p>
        </p:txBody>
      </p:sp>
      <p:sp>
        <p:nvSpPr>
          <p:cNvPr id="12" name="Content Placeholder 11">
            <a:extLst>
              <a:ext uri="{FF2B5EF4-FFF2-40B4-BE49-F238E27FC236}">
                <a16:creationId xmlns:a16="http://schemas.microsoft.com/office/drawing/2014/main" id="{888CA6F2-A08C-9780-2FF1-33D610FBC6F0}"/>
              </a:ext>
            </a:extLst>
          </p:cNvPr>
          <p:cNvSpPr>
            <a:spLocks noGrp="1"/>
          </p:cNvSpPr>
          <p:nvPr>
            <p:ph sz="half" idx="13"/>
            <p:custDataLst>
              <p:tags r:id="rId5"/>
            </p:custDataLst>
          </p:nvPr>
        </p:nvSpPr>
        <p:spPr>
          <a:xfrm>
            <a:off x="8016240" y="2849673"/>
            <a:ext cx="3474720" cy="3230992"/>
          </a:xfrm>
        </p:spPr>
        <p:txBody>
          <a:bodyPr lIns="0">
            <a:normAutofit/>
          </a:bodyPr>
          <a:lstStyle/>
          <a:p>
            <a:pPr marL="11113" indent="0">
              <a:lnSpc>
                <a:spcPct val="120000"/>
              </a:lnSpc>
              <a:buNone/>
            </a:pPr>
            <a:r>
              <a:rPr lang="en-US" dirty="0"/>
              <a:t>Governments and institutions should support accessible education initiatives and workforce development programs focused on high-demand skills, fostering inclusive growth and addressing talent shortages.</a:t>
            </a:r>
          </a:p>
        </p:txBody>
      </p:sp>
      <p:sp>
        <p:nvSpPr>
          <p:cNvPr id="13" name="Text Placeholder 12">
            <a:extLst>
              <a:ext uri="{FF2B5EF4-FFF2-40B4-BE49-F238E27FC236}">
                <a16:creationId xmlns:a16="http://schemas.microsoft.com/office/drawing/2014/main" id="{6DCE048E-468B-46C2-9D3B-C1E8319AA2F4}"/>
              </a:ext>
            </a:extLst>
          </p:cNvPr>
          <p:cNvSpPr>
            <a:spLocks noGrp="1"/>
          </p:cNvSpPr>
          <p:nvPr>
            <p:ph type="body" idx="14"/>
            <p:custDataLst>
              <p:tags r:id="rId6"/>
            </p:custDataLst>
          </p:nvPr>
        </p:nvSpPr>
        <p:spPr>
          <a:xfrm>
            <a:off x="609600" y="2270253"/>
            <a:ext cx="3474720" cy="579419"/>
          </a:xfrm>
        </p:spPr>
        <p:txBody>
          <a:bodyPr lIns="0" anchor="ctr">
            <a:normAutofit fontScale="92500"/>
          </a:bodyPr>
          <a:lstStyle/>
          <a:p>
            <a:r>
              <a:rPr lang="en-US" sz="2000" dirty="0">
                <a:latin typeface="+mj-lt"/>
              </a:rPr>
              <a:t>Educators Aligning with Industry</a:t>
            </a:r>
          </a:p>
        </p:txBody>
      </p:sp>
      <p:sp>
        <p:nvSpPr>
          <p:cNvPr id="14" name="Text Placeholder 13">
            <a:extLst>
              <a:ext uri="{FF2B5EF4-FFF2-40B4-BE49-F238E27FC236}">
                <a16:creationId xmlns:a16="http://schemas.microsoft.com/office/drawing/2014/main" id="{6D62A190-0D55-FEDE-2AE9-DCF41814D4DA}"/>
              </a:ext>
            </a:extLst>
          </p:cNvPr>
          <p:cNvSpPr>
            <a:spLocks noGrp="1"/>
          </p:cNvSpPr>
          <p:nvPr>
            <p:ph type="body" idx="15"/>
            <p:custDataLst>
              <p:tags r:id="rId7"/>
            </p:custDataLst>
          </p:nvPr>
        </p:nvSpPr>
        <p:spPr>
          <a:xfrm>
            <a:off x="4312920" y="2270253"/>
            <a:ext cx="3474720" cy="579419"/>
          </a:xfrm>
        </p:spPr>
        <p:txBody>
          <a:bodyPr lIns="0" anchor="ctr">
            <a:normAutofit fontScale="92500"/>
          </a:bodyPr>
          <a:lstStyle/>
          <a:p>
            <a:r>
              <a:rPr lang="en-US" sz="2000">
                <a:latin typeface="+mj-lt"/>
              </a:rPr>
              <a:t>Corporate Investment in Training</a:t>
            </a:r>
          </a:p>
        </p:txBody>
      </p:sp>
      <p:sp>
        <p:nvSpPr>
          <p:cNvPr id="15" name="Text Placeholder 14">
            <a:extLst>
              <a:ext uri="{FF2B5EF4-FFF2-40B4-BE49-F238E27FC236}">
                <a16:creationId xmlns:a16="http://schemas.microsoft.com/office/drawing/2014/main" id="{04738F25-3596-3DFF-6CD8-E0CC3E33F87A}"/>
              </a:ext>
            </a:extLst>
          </p:cNvPr>
          <p:cNvSpPr>
            <a:spLocks noGrp="1"/>
          </p:cNvSpPr>
          <p:nvPr>
            <p:ph type="body" idx="16"/>
            <p:custDataLst>
              <p:tags r:id="rId8"/>
            </p:custDataLst>
          </p:nvPr>
        </p:nvSpPr>
        <p:spPr>
          <a:xfrm>
            <a:off x="8016240" y="2270253"/>
            <a:ext cx="3474720" cy="579419"/>
          </a:xfrm>
        </p:spPr>
        <p:txBody>
          <a:bodyPr lIns="0" anchor="ctr">
            <a:normAutofit fontScale="92500" lnSpcReduction="20000"/>
          </a:bodyPr>
          <a:lstStyle/>
          <a:p>
            <a:r>
              <a:rPr lang="en-US" sz="2000">
                <a:latin typeface="+mj-lt"/>
              </a:rPr>
              <a:t>Policy Support for Workforce Development</a:t>
            </a:r>
          </a:p>
        </p:txBody>
      </p:sp>
      <p:pic>
        <p:nvPicPr>
          <p:cNvPr id="2" name="Graphic 1">
            <a:extLst>
              <a:ext uri="{FF2B5EF4-FFF2-40B4-BE49-F238E27FC236}">
                <a16:creationId xmlns:a16="http://schemas.microsoft.com/office/drawing/2014/main" id="{F439DA67-9151-F305-9DB5-E5EBEE61996E}"/>
              </a:ext>
            </a:extLst>
          </p:cNvPr>
          <p:cNvPicPr>
            <a:picLocks noChangeAspect="1"/>
          </p:cNvPicPr>
          <p:nvPr>
            <p:custDataLst>
              <p:tags r:id="rId9"/>
            </p:custDataLst>
          </p:nvPr>
        </p:nvPicPr>
        <p:blipFill>
          <a:blip r:embed="rId16">
            <a:extLst>
              <a:ext uri="{96DAC541-7B7A-43D3-8B79-37D633B846F1}">
                <asvg:svgBlip xmlns:asvg="http://schemas.microsoft.com/office/drawing/2016/SVG/main" r:embed="rId17"/>
              </a:ext>
            </a:extLst>
          </a:blip>
          <a:stretch>
            <a:fillRect/>
          </a:stretch>
        </p:blipFill>
        <p:spPr>
          <a:xfrm>
            <a:off x="609600" y="1813356"/>
            <a:ext cx="320040" cy="320040"/>
          </a:xfrm>
          <a:prstGeom prst="rect">
            <a:avLst/>
          </a:prstGeom>
        </p:spPr>
      </p:pic>
      <p:pic>
        <p:nvPicPr>
          <p:cNvPr id="3" name="Graphic 2">
            <a:extLst>
              <a:ext uri="{FF2B5EF4-FFF2-40B4-BE49-F238E27FC236}">
                <a16:creationId xmlns:a16="http://schemas.microsoft.com/office/drawing/2014/main" id="{4377FBB4-6A58-C425-4185-859B0E486185}"/>
              </a:ext>
            </a:extLst>
          </p:cNvPr>
          <p:cNvPicPr>
            <a:picLocks noChangeAspect="1"/>
          </p:cNvPicPr>
          <p:nvPr>
            <p:custDataLst>
              <p:tags r:id="rId10"/>
            </p:custDataLst>
          </p:nvPr>
        </p:nvPicPr>
        <p:blipFill>
          <a:blip r:embed="rId18">
            <a:extLst>
              <a:ext uri="{96DAC541-7B7A-43D3-8B79-37D633B846F1}">
                <asvg:svgBlip xmlns:asvg="http://schemas.microsoft.com/office/drawing/2016/SVG/main" r:embed="rId19"/>
              </a:ext>
            </a:extLst>
          </a:blip>
          <a:stretch>
            <a:fillRect/>
          </a:stretch>
        </p:blipFill>
        <p:spPr>
          <a:xfrm>
            <a:off x="4309275" y="1813356"/>
            <a:ext cx="320040" cy="320040"/>
          </a:xfrm>
          <a:prstGeom prst="rect">
            <a:avLst/>
          </a:prstGeom>
        </p:spPr>
      </p:pic>
      <p:pic>
        <p:nvPicPr>
          <p:cNvPr id="4" name="Graphic 3">
            <a:extLst>
              <a:ext uri="{FF2B5EF4-FFF2-40B4-BE49-F238E27FC236}">
                <a16:creationId xmlns:a16="http://schemas.microsoft.com/office/drawing/2014/main" id="{F4778549-3B64-050A-C783-9FBBE76C7B33}"/>
              </a:ext>
            </a:extLst>
          </p:cNvPr>
          <p:cNvPicPr>
            <a:picLocks noChangeAspect="1"/>
          </p:cNvPicPr>
          <p:nvPr>
            <p:custDataLst>
              <p:tags r:id="rId11"/>
            </p:custDataLst>
          </p:nvPr>
        </p:nvPicPr>
        <p:blipFill>
          <a:blip r:embed="rId20">
            <a:extLst>
              <a:ext uri="{96DAC541-7B7A-43D3-8B79-37D633B846F1}">
                <asvg:svgBlip xmlns:asvg="http://schemas.microsoft.com/office/drawing/2016/SVG/main" r:embed="rId21"/>
              </a:ext>
            </a:extLst>
          </a:blip>
          <a:stretch>
            <a:fillRect/>
          </a:stretch>
        </p:blipFill>
        <p:spPr>
          <a:xfrm>
            <a:off x="8008949" y="1813356"/>
            <a:ext cx="320040" cy="320040"/>
          </a:xfrm>
          <a:prstGeom prst="rect">
            <a:avLst/>
          </a:prstGeom>
        </p:spPr>
      </p:pic>
      <p:sp>
        <p:nvSpPr>
          <p:cNvPr id="5" name="Rectangle 4">
            <a:extLst>
              <a:ext uri="{FF2B5EF4-FFF2-40B4-BE49-F238E27FC236}">
                <a16:creationId xmlns:a16="http://schemas.microsoft.com/office/drawing/2014/main" id="{1B1A18D6-3D5F-D813-6A5B-9D18518746F9}"/>
              </a:ext>
            </a:extLst>
          </p:cNvPr>
          <p:cNvSpPr/>
          <p:nvPr>
            <p:custDataLst>
              <p:tags r:id="rId12"/>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AE85EB4B-2E99-ED5E-873C-B3257C304C21}"/>
              </a:ext>
            </a:extLst>
          </p:cNvPr>
          <p:cNvGrpSpPr/>
          <p:nvPr>
            <p:custDataLst>
              <p:tags r:id="rId13"/>
            </p:custDataLst>
          </p:nvPr>
        </p:nvGrpSpPr>
        <p:grpSpPr>
          <a:xfrm>
            <a:off x="9440602" y="162617"/>
            <a:ext cx="2576145" cy="1301528"/>
            <a:chOff x="5326996" y="628184"/>
            <a:chExt cx="2576145" cy="1301528"/>
          </a:xfrm>
        </p:grpSpPr>
        <p:sp>
          <p:nvSpPr>
            <p:cNvPr id="19" name="Rounded Rectangle 18">
              <a:extLst>
                <a:ext uri="{FF2B5EF4-FFF2-40B4-BE49-F238E27FC236}">
                  <a16:creationId xmlns:a16="http://schemas.microsoft.com/office/drawing/2014/main" id="{678928A1-AAE5-CA20-16D9-CCF55FDE3BA6}"/>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solidFill>
                  <a:srgbClr val="100F19"/>
                </a:solidFill>
              </a:endParaRPr>
            </a:p>
          </p:txBody>
        </p:sp>
        <p:pic>
          <p:nvPicPr>
            <p:cNvPr id="20" name="Graphic 19">
              <a:extLst>
                <a:ext uri="{FF2B5EF4-FFF2-40B4-BE49-F238E27FC236}">
                  <a16:creationId xmlns:a16="http://schemas.microsoft.com/office/drawing/2014/main" id="{F3C24194-1D51-C56F-4A8B-9386FF40A6FC}"/>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440548" y="734271"/>
              <a:ext cx="219238" cy="219238"/>
            </a:xfrm>
            <a:prstGeom prst="rect">
              <a:avLst/>
            </a:prstGeom>
          </p:spPr>
        </p:pic>
        <p:sp>
          <p:nvSpPr>
            <p:cNvPr id="21" name="Freeform 20">
              <a:extLst>
                <a:ext uri="{FF2B5EF4-FFF2-40B4-BE49-F238E27FC236}">
                  <a16:creationId xmlns:a16="http://schemas.microsoft.com/office/drawing/2014/main" id="{C5CC85A2-A6E3-6324-69F3-253D0FC349D5}"/>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a:solidFill>
                  <a:srgbClr val="100F19"/>
                </a:solidFill>
              </a:endParaRPr>
            </a:p>
          </p:txBody>
        </p:sp>
      </p:grpSp>
      <p:sp>
        <p:nvSpPr>
          <p:cNvPr id="22" name="TextBox 21">
            <a:extLst>
              <a:ext uri="{FF2B5EF4-FFF2-40B4-BE49-F238E27FC236}">
                <a16:creationId xmlns:a16="http://schemas.microsoft.com/office/drawing/2014/main" id="{8404D591-88A9-AC42-9DFE-12CC76847893}"/>
              </a:ext>
            </a:extLst>
          </p:cNvPr>
          <p:cNvSpPr txBox="1"/>
          <p:nvPr>
            <p:custDataLst>
              <p:tags r:id="rId14"/>
            </p:custDataLst>
          </p:nvPr>
        </p:nvSpPr>
        <p:spPr>
          <a:xfrm>
            <a:off x="9552588" y="542869"/>
            <a:ext cx="2351599" cy="825024"/>
          </a:xfrm>
          <a:prstGeom prst="rect">
            <a:avLst/>
          </a:prstGeom>
          <a:noFill/>
        </p:spPr>
        <p:txBody>
          <a:bodyPr wrap="square" lIns="0" tIns="45720" rIns="0" bIns="0" rtlCol="0">
            <a:normAutofit lnSpcReduction="10000"/>
          </a:bodyPr>
          <a:lstStyle/>
          <a:p>
            <a:r>
              <a:rPr lang="en-US" sz="1100">
                <a:solidFill>
                  <a:srgbClr val="100F19"/>
                </a:solidFill>
                <a:latin typeface="Franklin Gothic Book" panose="020B0503020102020204" pitchFamily="34" charset="0"/>
              </a:rPr>
              <a:t>Include examples of successful collaborations between schools, businesses, and governments to illustrate effective workforce preparation strategies.</a:t>
            </a:r>
          </a:p>
        </p:txBody>
      </p:sp>
    </p:spTree>
    <p:extLst>
      <p:ext uri="{BB962C8B-B14F-4D97-AF65-F5344CB8AC3E}">
        <p14:creationId xmlns:p14="http://schemas.microsoft.com/office/powerpoint/2010/main" val="991079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8">
            <a:extLst>
              <a:ext uri="{FF2B5EF4-FFF2-40B4-BE49-F238E27FC236}">
                <a16:creationId xmlns:a16="http://schemas.microsoft.com/office/drawing/2014/main" id="{1F5F6584-D482-9DA1-DEBF-293B1608535D}"/>
              </a:ext>
            </a:extLst>
          </p:cNvPr>
          <p:cNvPicPr>
            <a:picLocks noChangeAspect="1"/>
          </p:cNvPicPr>
          <p:nvPr>
            <p:custDataLst>
              <p:tags r:id="rId1"/>
            </p:custDataLst>
          </p:nvPr>
        </p:nvPicPr>
        <p:blipFill rotWithShape="1">
          <a:blip r:embed="rId8">
            <a:alphaModFix/>
          </a:blip>
          <a:srcRect l="3306" r="3306"/>
          <a:stretch/>
        </p:blipFill>
        <p:spPr>
          <a:xfrm>
            <a:off x="6665495" y="882017"/>
            <a:ext cx="4926441" cy="5275241"/>
          </a:xfrm>
          <a:prstGeom prst="rect">
            <a:avLst/>
          </a:prstGeom>
        </p:spPr>
      </p:pic>
      <p:sp>
        <p:nvSpPr>
          <p:cNvPr id="11" name="Title 1">
            <a:extLst>
              <a:ext uri="{FF2B5EF4-FFF2-40B4-BE49-F238E27FC236}">
                <a16:creationId xmlns:a16="http://schemas.microsoft.com/office/drawing/2014/main" id="{20EE126A-B949-8840-A7CF-D8BF1CA6462F}"/>
              </a:ext>
            </a:extLst>
          </p:cNvPr>
          <p:cNvSpPr txBox="1">
            <a:spLocks/>
          </p:cNvSpPr>
          <p:nvPr>
            <p:custDataLst>
              <p:tags r:id="rId2"/>
            </p:custDataLst>
          </p:nvPr>
        </p:nvSpPr>
        <p:spPr>
          <a:xfrm>
            <a:off x="609601" y="776644"/>
            <a:ext cx="5486400" cy="5275240"/>
          </a:xfrm>
          <a:prstGeom prst="rect">
            <a:avLst/>
          </a:prstGeom>
        </p:spPr>
        <p:txBody>
          <a:bodyPr vert="horz" lIns="91440" tIns="45720" rIns="91440" bIns="45720" rtlCol="0" anchor="ctr">
            <a:normAutofit fontScale="92500" lnSpcReduction="10000"/>
          </a:bodyPr>
          <a:lst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85000"/>
              </a:lnSpc>
            </a:pPr>
            <a:r>
              <a:rPr lang="en-US" sz="6000" dirty="0">
                <a:solidFill>
                  <a:schemeClr val="accent1"/>
                </a:solidFill>
              </a:rPr>
              <a:t>Staying informed about job trends equips you to navigate and seize future career opportunities confidently.</a:t>
            </a:r>
          </a:p>
        </p:txBody>
      </p:sp>
      <p:sp>
        <p:nvSpPr>
          <p:cNvPr id="2" name="Rectangle 1">
            <a:extLst>
              <a:ext uri="{FF2B5EF4-FFF2-40B4-BE49-F238E27FC236}">
                <a16:creationId xmlns:a16="http://schemas.microsoft.com/office/drawing/2014/main" id="{174E09B2-0D77-B59F-3498-062507E609C8}"/>
              </a:ext>
            </a:extLst>
          </p:cNvPr>
          <p:cNvSpPr/>
          <p:nvPr>
            <p:custDataLst>
              <p:tags r:id="rId3"/>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Franklin Gothic Book" panose="020B0503020102020204"/>
              <a:ea typeface="+mn-ea"/>
              <a:cs typeface="+mn-cs"/>
            </a:endParaRPr>
          </a:p>
        </p:txBody>
      </p:sp>
      <p:grpSp>
        <p:nvGrpSpPr>
          <p:cNvPr id="4" name="Group 3">
            <a:extLst>
              <a:ext uri="{FF2B5EF4-FFF2-40B4-BE49-F238E27FC236}">
                <a16:creationId xmlns:a16="http://schemas.microsoft.com/office/drawing/2014/main" id="{3B88C73B-EED1-B013-DD28-EB9BC43BF76E}"/>
              </a:ext>
            </a:extLst>
          </p:cNvPr>
          <p:cNvGrpSpPr/>
          <p:nvPr>
            <p:custDataLst>
              <p:tags r:id="rId4"/>
            </p:custDataLst>
          </p:nvPr>
        </p:nvGrpSpPr>
        <p:grpSpPr>
          <a:xfrm>
            <a:off x="9485207" y="5425840"/>
            <a:ext cx="2576145" cy="1301528"/>
            <a:chOff x="5326996" y="628184"/>
            <a:chExt cx="2576145" cy="1301528"/>
          </a:xfrm>
        </p:grpSpPr>
        <p:sp>
          <p:nvSpPr>
            <p:cNvPr id="5" name="Rounded Rectangle 4">
              <a:extLst>
                <a:ext uri="{FF2B5EF4-FFF2-40B4-BE49-F238E27FC236}">
                  <a16:creationId xmlns:a16="http://schemas.microsoft.com/office/drawing/2014/main" id="{98FA4788-3E63-F2F9-E9D5-A6A7D2975035}"/>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solidFill>
                  <a:srgbClr val="100F19"/>
                </a:solidFill>
              </a:endParaRPr>
            </a:p>
          </p:txBody>
        </p:sp>
        <p:pic>
          <p:nvPicPr>
            <p:cNvPr id="6" name="Graphic 5">
              <a:extLst>
                <a:ext uri="{FF2B5EF4-FFF2-40B4-BE49-F238E27FC236}">
                  <a16:creationId xmlns:a16="http://schemas.microsoft.com/office/drawing/2014/main" id="{E36E1BD7-A8F6-463F-548F-F540C475690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440548" y="734271"/>
              <a:ext cx="219238" cy="219238"/>
            </a:xfrm>
            <a:prstGeom prst="rect">
              <a:avLst/>
            </a:prstGeom>
          </p:spPr>
        </p:pic>
        <p:sp>
          <p:nvSpPr>
            <p:cNvPr id="7" name="Freeform 6">
              <a:extLst>
                <a:ext uri="{FF2B5EF4-FFF2-40B4-BE49-F238E27FC236}">
                  <a16:creationId xmlns:a16="http://schemas.microsoft.com/office/drawing/2014/main" id="{B0AD4DC3-4C33-FABF-1341-EE86B584B579}"/>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a:solidFill>
                  <a:srgbClr val="100F19"/>
                </a:solidFill>
              </a:endParaRPr>
            </a:p>
          </p:txBody>
        </p:sp>
      </p:grpSp>
      <p:sp>
        <p:nvSpPr>
          <p:cNvPr id="8" name="TextBox 7">
            <a:extLst>
              <a:ext uri="{FF2B5EF4-FFF2-40B4-BE49-F238E27FC236}">
                <a16:creationId xmlns:a16="http://schemas.microsoft.com/office/drawing/2014/main" id="{D2B5F4B9-B00C-9B0F-0831-BF5A784D0DE9}"/>
              </a:ext>
            </a:extLst>
          </p:cNvPr>
          <p:cNvSpPr txBox="1"/>
          <p:nvPr>
            <p:custDataLst>
              <p:tags r:id="rId5"/>
            </p:custDataLst>
          </p:nvPr>
        </p:nvSpPr>
        <p:spPr>
          <a:xfrm>
            <a:off x="9597193" y="5806092"/>
            <a:ext cx="2351599" cy="825024"/>
          </a:xfrm>
          <a:prstGeom prst="rect">
            <a:avLst/>
          </a:prstGeom>
          <a:noFill/>
        </p:spPr>
        <p:txBody>
          <a:bodyPr wrap="square" lIns="0" tIns="45720" rIns="0" bIns="0" rtlCol="0">
            <a:normAutofit lnSpcReduction="10000"/>
          </a:bodyPr>
          <a:lstStyle/>
          <a:p>
            <a:r>
              <a:rPr lang="en-US" sz="1100">
                <a:solidFill>
                  <a:srgbClr val="100F19"/>
                </a:solidFill>
                <a:latin typeface="Franklin Gothic Book" panose="020B0503020102020204" pitchFamily="34" charset="0"/>
              </a:rPr>
              <a:t>Tailor this slide by adding examples of emerging roles or skills specific to your audience's industry to make the empowerment message more relatable.</a:t>
            </a:r>
          </a:p>
        </p:txBody>
      </p:sp>
      <p:sp>
        <p:nvSpPr>
          <p:cNvPr id="9" name="TextBox 8">
            <a:extLst>
              <a:ext uri="{FF2B5EF4-FFF2-40B4-BE49-F238E27FC236}">
                <a16:creationId xmlns:a16="http://schemas.microsoft.com/office/drawing/2014/main" id="{ECE82E17-AA73-5590-3DB3-4BFC8DD17754}"/>
              </a:ext>
            </a:extLst>
          </p:cNvPr>
          <p:cNvSpPr txBox="1"/>
          <p:nvPr>
            <p:custDataLst>
              <p:tags r:id="rId6"/>
            </p:custDataLst>
          </p:nvPr>
        </p:nvSpPr>
        <p:spPr>
          <a:xfrm>
            <a:off x="609600" y="458850"/>
            <a:ext cx="5486400" cy="414150"/>
          </a:xfrm>
          <a:prstGeom prst="rect">
            <a:avLst/>
          </a:prstGeom>
          <a:noFill/>
        </p:spPr>
        <p:txBody>
          <a:bodyPr wrap="square">
            <a:spAutoFit/>
          </a:bodyPr>
          <a:lstStyle/>
          <a:p>
            <a:r>
              <a:rPr lang="en-US" sz="1400" dirty="0">
                <a:solidFill>
                  <a:schemeClr val="tx2"/>
                </a:solidFill>
              </a:rPr>
              <a:t>Conclusion</a:t>
            </a:r>
          </a:p>
        </p:txBody>
      </p:sp>
    </p:spTree>
    <p:extLst>
      <p:ext uri="{BB962C8B-B14F-4D97-AF65-F5344CB8AC3E}">
        <p14:creationId xmlns:p14="http://schemas.microsoft.com/office/powerpoint/2010/main" val="20345955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LUS_TEMPLATE" val="d1e65e54-753c-4368-946b-ddb430583b0d"/>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PLUS_THEME" val="background_0"/>
</p:tagLst>
</file>

<file path=ppt/tags/tag7.xml><?xml version="1.0" encoding="utf-8"?>
<p:tagLst xmlns:a="http://schemas.openxmlformats.org/drawingml/2006/main" xmlns:r="http://schemas.openxmlformats.org/officeDocument/2006/relationships" xmlns:p="http://schemas.openxmlformats.org/presentationml/2006/main">
  <p:tag name="PLUS_ID" val="presentation_title"/>
  <p:tag name="PLUS_THEME" val="font_0"/>
</p:tagLst>
</file>

<file path=ppt/tags/tag8.xml><?xml version="1.0" encoding="utf-8"?>
<p:tagLst xmlns:a="http://schemas.openxmlformats.org/drawingml/2006/main" xmlns:r="http://schemas.openxmlformats.org/officeDocument/2006/relationships" xmlns:p="http://schemas.openxmlformats.org/presentationml/2006/main">
  <p:tag name="PLUS_ID" val="date"/>
  <p:tag name="PLUS_THEME" val="font_0"/>
</p:tagLst>
</file>

<file path=ppt/tags/tag9.xml><?xml version="1.0" encoding="utf-8"?>
<p:tagLst xmlns:a="http://schemas.openxmlformats.org/drawingml/2006/main" xmlns:r="http://schemas.openxmlformats.org/officeDocument/2006/relationships" xmlns:p="http://schemas.openxmlformats.org/presentationml/2006/main">
  <p:tag name="PLUS_ID" val="title_static"/>
</p:tagLst>
</file>

<file path=ppt/tags/tag10.xml><?xml version="1.0" encoding="utf-8"?>
<p:tagLst xmlns:a="http://schemas.openxmlformats.org/drawingml/2006/main" xmlns:r="http://schemas.openxmlformats.org/officeDocument/2006/relationships" xmlns:p="http://schemas.openxmlformats.org/presentationml/2006/main">
  <p:tag name="PLUS_ID" val="agenda"/>
  <p:tag name="PLUS_THEME" val="font_0"/>
</p:tagLst>
</file>

<file path=ppt/tags/tag11.xml><?xml version="1.0" encoding="utf-8"?>
<p:tagLst xmlns:a="http://schemas.openxmlformats.org/drawingml/2006/main" xmlns:r="http://schemas.openxmlformats.org/officeDocument/2006/relationships" xmlns:p="http://schemas.openxmlformats.org/presentationml/2006/main">
  <p:tag name="PLUS_ID" val="logo"/>
</p:tagLst>
</file>

<file path=ppt/tags/tag12.xml><?xml version="1.0" encoding="utf-8"?>
<p:tagLst xmlns:a="http://schemas.openxmlformats.org/drawingml/2006/main" xmlns:r="http://schemas.openxmlformats.org/officeDocument/2006/relationships" xmlns:p="http://schemas.openxmlformats.org/presentationml/2006/main">
  <p:tag name="PLUS_SLIDE_ID" val="QMVkWzcvcolX4yVIBgH7Mr"/>
  <p:tag name="PLUS_SLIDE_PPT_ID" val="379#3442606064"/>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PLUS_ID" val="takeaway"/>
</p:tagLst>
</file>

<file path=ppt/tags/tag15.xml><?xml version="1.0" encoding="utf-8"?>
<p:tagLst xmlns:a="http://schemas.openxmlformats.org/drawingml/2006/main" xmlns:r="http://schemas.openxmlformats.org/officeDocument/2006/relationships" xmlns:p="http://schemas.openxmlformats.org/presentationml/2006/main">
  <p:tag name="PLUS_ID" val="title"/>
</p:tagLst>
</file>

<file path=ppt/tags/tag16.xml><?xml version="1.0" encoding="utf-8"?>
<p:tagLst xmlns:a="http://schemas.openxmlformats.org/drawingml/2006/main" xmlns:r="http://schemas.openxmlformats.org/officeDocument/2006/relationships" xmlns:p="http://schemas.openxmlformats.org/presentationml/2006/main">
  <p:tag name="PLUS_ID" val="logo"/>
</p:tagLst>
</file>

<file path=ppt/tags/tag17.xml><?xml version="1.0" encoding="utf-8"?>
<p:tagLst xmlns:a="http://schemas.openxmlformats.org/drawingml/2006/main" xmlns:r="http://schemas.openxmlformats.org/officeDocument/2006/relationships" xmlns:p="http://schemas.openxmlformats.org/presentationml/2006/main">
  <p:tag name="PLUS_ID" val="chapter"/>
</p:tagLst>
</file>

<file path=ppt/tags/tag18.xml><?xml version="1.0" encoding="utf-8"?>
<p:tagLst xmlns:a="http://schemas.openxmlformats.org/drawingml/2006/main" xmlns:r="http://schemas.openxmlformats.org/officeDocument/2006/relationships" xmlns:p="http://schemas.openxmlformats.org/presentationml/2006/main">
  <p:tag name="PLUS_ID" val="header_0"/>
</p:tagLst>
</file>

<file path=ppt/tags/tag19.xml><?xml version="1.0" encoding="utf-8"?>
<p:tagLst xmlns:a="http://schemas.openxmlformats.org/drawingml/2006/main" xmlns:r="http://schemas.openxmlformats.org/officeDocument/2006/relationships" xmlns:p="http://schemas.openxmlformats.org/presentationml/2006/main">
  <p:tag name="PLUS_ID" val="detail_0"/>
</p:tagLst>
</file>

<file path=ppt/tags/tag20.xml><?xml version="1.0" encoding="utf-8"?>
<p:tagLst xmlns:a="http://schemas.openxmlformats.org/drawingml/2006/main" xmlns:r="http://schemas.openxmlformats.org/officeDocument/2006/relationships" xmlns:p="http://schemas.openxmlformats.org/presentationml/2006/main">
  <p:tag name="PLUS_ID" val="header_1"/>
</p:tagLst>
</file>

<file path=ppt/tags/tag21.xml><?xml version="1.0" encoding="utf-8"?>
<p:tagLst xmlns:a="http://schemas.openxmlformats.org/drawingml/2006/main" xmlns:r="http://schemas.openxmlformats.org/officeDocument/2006/relationships" xmlns:p="http://schemas.openxmlformats.org/presentationml/2006/main">
  <p:tag name="PLUS_ID" val="detail_1"/>
</p:tagLst>
</file>

<file path=ppt/tags/tag22.xml><?xml version="1.0" encoding="utf-8"?>
<p:tagLst xmlns:a="http://schemas.openxmlformats.org/drawingml/2006/main" xmlns:r="http://schemas.openxmlformats.org/officeDocument/2006/relationships" xmlns:p="http://schemas.openxmlformats.org/presentationml/2006/main">
  <p:tag name="PLUS_ID" val="introduction"/>
</p:tagLst>
</file>

<file path=ppt/tags/tag23.xml><?xml version="1.0" encoding="utf-8"?>
<p:tagLst xmlns:a="http://schemas.openxmlformats.org/drawingml/2006/main" xmlns:r="http://schemas.openxmlformats.org/officeDocument/2006/relationships" xmlns:p="http://schemas.openxmlformats.org/presentationml/2006/main">
  <p:tag name="PLUS_ID" val="tip_wrapper"/>
</p:tagLst>
</file>

<file path=ppt/tags/tag24.xml><?xml version="1.0" encoding="utf-8"?>
<p:tagLst xmlns:a="http://schemas.openxmlformats.org/drawingml/2006/main" xmlns:r="http://schemas.openxmlformats.org/officeDocument/2006/relationships" xmlns:p="http://schemas.openxmlformats.org/presentationml/2006/main">
  <p:tag name="PLUS_ID" val="plus_tip"/>
</p:tagLst>
</file>

<file path=ppt/tags/tag25.xml><?xml version="1.0" encoding="utf-8"?>
<p:tagLst xmlns:a="http://schemas.openxmlformats.org/drawingml/2006/main" xmlns:r="http://schemas.openxmlformats.org/officeDocument/2006/relationships" xmlns:p="http://schemas.openxmlformats.org/presentationml/2006/main">
  <p:tag name="PLUS_ID" val="chapter"/>
</p:tagLst>
</file>

<file path=ppt/tags/tag26.xml><?xml version="1.0" encoding="utf-8"?>
<p:tagLst xmlns:a="http://schemas.openxmlformats.org/drawingml/2006/main" xmlns:r="http://schemas.openxmlformats.org/officeDocument/2006/relationships" xmlns:p="http://schemas.openxmlformats.org/presentationml/2006/main">
  <p:tag name="PLUS_ID" val="title"/>
</p:tagLst>
</file>

<file path=ppt/tags/tag27.xml><?xml version="1.0" encoding="utf-8"?>
<p:tagLst xmlns:a="http://schemas.openxmlformats.org/drawingml/2006/main" xmlns:r="http://schemas.openxmlformats.org/officeDocument/2006/relationships" xmlns:p="http://schemas.openxmlformats.org/presentationml/2006/main">
  <p:tag name="PLUS_ID" val="detail_0"/>
</p:tagLst>
</file>

<file path=ppt/tags/tag28.xml><?xml version="1.0" encoding="utf-8"?>
<p:tagLst xmlns:a="http://schemas.openxmlformats.org/drawingml/2006/main" xmlns:r="http://schemas.openxmlformats.org/officeDocument/2006/relationships" xmlns:p="http://schemas.openxmlformats.org/presentationml/2006/main">
  <p:tag name="PLUS_ID" val="detail_1"/>
</p:tagLst>
</file>

<file path=ppt/tags/tag29.xml><?xml version="1.0" encoding="utf-8"?>
<p:tagLst xmlns:a="http://schemas.openxmlformats.org/drawingml/2006/main" xmlns:r="http://schemas.openxmlformats.org/officeDocument/2006/relationships" xmlns:p="http://schemas.openxmlformats.org/presentationml/2006/main">
  <p:tag name="PLUS_ID" val="detail_2"/>
</p:tagLst>
</file>

<file path=ppt/tags/tag30.xml><?xml version="1.0" encoding="utf-8"?>
<p:tagLst xmlns:a="http://schemas.openxmlformats.org/drawingml/2006/main" xmlns:r="http://schemas.openxmlformats.org/officeDocument/2006/relationships" xmlns:p="http://schemas.openxmlformats.org/presentationml/2006/main">
  <p:tag name="PLUS_ID" val="header_0"/>
</p:tagLst>
</file>

<file path=ppt/tags/tag31.xml><?xml version="1.0" encoding="utf-8"?>
<p:tagLst xmlns:a="http://schemas.openxmlformats.org/drawingml/2006/main" xmlns:r="http://schemas.openxmlformats.org/officeDocument/2006/relationships" xmlns:p="http://schemas.openxmlformats.org/presentationml/2006/main">
  <p:tag name="PLUS_ID" val="header_1"/>
</p:tagLst>
</file>

<file path=ppt/tags/tag32.xml><?xml version="1.0" encoding="utf-8"?>
<p:tagLst xmlns:a="http://schemas.openxmlformats.org/drawingml/2006/main" xmlns:r="http://schemas.openxmlformats.org/officeDocument/2006/relationships" xmlns:p="http://schemas.openxmlformats.org/presentationml/2006/main">
  <p:tag name="PLUS_ID" val="header_2"/>
</p:tagLst>
</file>

<file path=ppt/tags/tag33.xml><?xml version="1.0" encoding="utf-8"?>
<p:tagLst xmlns:a="http://schemas.openxmlformats.org/drawingml/2006/main" xmlns:r="http://schemas.openxmlformats.org/officeDocument/2006/relationships" xmlns:p="http://schemas.openxmlformats.org/presentationml/2006/main">
  <p:tag name="PLUS_ID" val="logo"/>
</p:tagLst>
</file>

<file path=ppt/tags/tag34.xml><?xml version="1.0" encoding="utf-8"?>
<p:tagLst xmlns:a="http://schemas.openxmlformats.org/drawingml/2006/main" xmlns:r="http://schemas.openxmlformats.org/officeDocument/2006/relationships" xmlns:p="http://schemas.openxmlformats.org/presentationml/2006/main">
  <p:tag name="PLUS_ID" val="tip_wrapper"/>
</p:tagLst>
</file>

<file path=ppt/tags/tag35.xml><?xml version="1.0" encoding="utf-8"?>
<p:tagLst xmlns:a="http://schemas.openxmlformats.org/drawingml/2006/main" xmlns:r="http://schemas.openxmlformats.org/officeDocument/2006/relationships" xmlns:p="http://schemas.openxmlformats.org/presentationml/2006/main">
  <p:tag name="PLUS_ID" val="plus_tip"/>
</p:tagLst>
</file>

<file path=ppt/tags/tag36.xml><?xml version="1.0" encoding="utf-8"?>
<p:tagLst xmlns:a="http://schemas.openxmlformats.org/drawingml/2006/main" xmlns:r="http://schemas.openxmlformats.org/officeDocument/2006/relationships" xmlns:p="http://schemas.openxmlformats.org/presentationml/2006/main">
  <p:tag name="PLUS_SLIDE_ID" val="NnqbJJS52SroGTLoCq77ae"/>
  <p:tag name="PLUS_SLIDE_PPT_ID" val="369#2918515648"/>
</p:tagLst>
</file>

<file path=ppt/tags/tag37.xml><?xml version="1.0" encoding="utf-8"?>
<p:tagLst xmlns:a="http://schemas.openxmlformats.org/drawingml/2006/main" xmlns:r="http://schemas.openxmlformats.org/officeDocument/2006/relationships" xmlns:p="http://schemas.openxmlformats.org/presentationml/2006/main">
  <p:tag name="PLUS_THEME" val="background_1"/>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PLUS_ID" val="takeaway"/>
</p:tagLst>
</file>

<file path=ppt/tags/tag40.xml><?xml version="1.0" encoding="utf-8"?>
<p:tagLst xmlns:a="http://schemas.openxmlformats.org/drawingml/2006/main" xmlns:r="http://schemas.openxmlformats.org/officeDocument/2006/relationships" xmlns:p="http://schemas.openxmlformats.org/presentationml/2006/main">
  <p:tag name="PLUS_ID" val="title"/>
</p:tagLst>
</file>

<file path=ppt/tags/tag41.xml><?xml version="1.0" encoding="utf-8"?>
<p:tagLst xmlns:a="http://schemas.openxmlformats.org/drawingml/2006/main" xmlns:r="http://schemas.openxmlformats.org/officeDocument/2006/relationships" xmlns:p="http://schemas.openxmlformats.org/presentationml/2006/main">
  <p:tag name="PLUS_ID" val="logo"/>
</p:tagLst>
</file>

<file path=ppt/tags/tag42.xml><?xml version="1.0" encoding="utf-8"?>
<p:tagLst xmlns:a="http://schemas.openxmlformats.org/drawingml/2006/main" xmlns:r="http://schemas.openxmlformats.org/officeDocument/2006/relationships" xmlns:p="http://schemas.openxmlformats.org/presentationml/2006/main">
  <p:tag name="PLUS_ID" val="chapter"/>
</p:tagLst>
</file>

<file path=ppt/tags/tag43.xml><?xml version="1.0" encoding="utf-8"?>
<p:tagLst xmlns:a="http://schemas.openxmlformats.org/drawingml/2006/main" xmlns:r="http://schemas.openxmlformats.org/officeDocument/2006/relationships" xmlns:p="http://schemas.openxmlformats.org/presentationml/2006/main">
  <p:tag name="PLUS_ID" val="header_0"/>
</p:tagLst>
</file>

<file path=ppt/tags/tag44.xml><?xml version="1.0" encoding="utf-8"?>
<p:tagLst xmlns:a="http://schemas.openxmlformats.org/drawingml/2006/main" xmlns:r="http://schemas.openxmlformats.org/officeDocument/2006/relationships" xmlns:p="http://schemas.openxmlformats.org/presentationml/2006/main">
  <p:tag name="PLUS_ID" val="detail_0"/>
</p:tagLst>
</file>

<file path=ppt/tags/tag45.xml><?xml version="1.0" encoding="utf-8"?>
<p:tagLst xmlns:a="http://schemas.openxmlformats.org/drawingml/2006/main" xmlns:r="http://schemas.openxmlformats.org/officeDocument/2006/relationships" xmlns:p="http://schemas.openxmlformats.org/presentationml/2006/main">
  <p:tag name="PLUS_ID" val="header_1"/>
</p:tagLst>
</file>

<file path=ppt/tags/tag46.xml><?xml version="1.0" encoding="utf-8"?>
<p:tagLst xmlns:a="http://schemas.openxmlformats.org/drawingml/2006/main" xmlns:r="http://schemas.openxmlformats.org/officeDocument/2006/relationships" xmlns:p="http://schemas.openxmlformats.org/presentationml/2006/main">
  <p:tag name="PLUS_ID" val="detail_1"/>
</p:tagLst>
</file>

<file path=ppt/tags/tag47.xml><?xml version="1.0" encoding="utf-8"?>
<p:tagLst xmlns:a="http://schemas.openxmlformats.org/drawingml/2006/main" xmlns:r="http://schemas.openxmlformats.org/officeDocument/2006/relationships" xmlns:p="http://schemas.openxmlformats.org/presentationml/2006/main">
  <p:tag name="PLUS_ID" val="header_2"/>
</p:tagLst>
</file>

<file path=ppt/tags/tag48.xml><?xml version="1.0" encoding="utf-8"?>
<p:tagLst xmlns:a="http://schemas.openxmlformats.org/drawingml/2006/main" xmlns:r="http://schemas.openxmlformats.org/officeDocument/2006/relationships" xmlns:p="http://schemas.openxmlformats.org/presentationml/2006/main">
  <p:tag name="PLUS_ID" val="detail_2"/>
</p:tagLst>
</file>

<file path=ppt/tags/tag49.xml><?xml version="1.0" encoding="utf-8"?>
<p:tagLst xmlns:a="http://schemas.openxmlformats.org/drawingml/2006/main" xmlns:r="http://schemas.openxmlformats.org/officeDocument/2006/relationships" xmlns:p="http://schemas.openxmlformats.org/presentationml/2006/main">
  <p:tag name="PLUS_ID" val="header_3"/>
</p:tagLst>
</file>

<file path=ppt/tags/tag50.xml><?xml version="1.0" encoding="utf-8"?>
<p:tagLst xmlns:a="http://schemas.openxmlformats.org/drawingml/2006/main" xmlns:r="http://schemas.openxmlformats.org/officeDocument/2006/relationships" xmlns:p="http://schemas.openxmlformats.org/presentationml/2006/main">
  <p:tag name="PLUS_ID" val="detail_3"/>
</p:tagLst>
</file>

<file path=ppt/tags/tag51.xml><?xml version="1.0" encoding="utf-8"?>
<p:tagLst xmlns:a="http://schemas.openxmlformats.org/drawingml/2006/main" xmlns:r="http://schemas.openxmlformats.org/officeDocument/2006/relationships" xmlns:p="http://schemas.openxmlformats.org/presentationml/2006/main">
  <p:tag name="PLUS_ID" val="tip_wrapper"/>
</p:tagLst>
</file>

<file path=ppt/tags/tag52.xml><?xml version="1.0" encoding="utf-8"?>
<p:tagLst xmlns:a="http://schemas.openxmlformats.org/drawingml/2006/main" xmlns:r="http://schemas.openxmlformats.org/officeDocument/2006/relationships" xmlns:p="http://schemas.openxmlformats.org/presentationml/2006/main">
  <p:tag name="PLUS_ID" val="plus_tip"/>
</p:tagLst>
</file>

<file path=ppt/tags/tag53.xml><?xml version="1.0" encoding="utf-8"?>
<p:tagLst xmlns:a="http://schemas.openxmlformats.org/drawingml/2006/main" xmlns:r="http://schemas.openxmlformats.org/officeDocument/2006/relationships" xmlns:p="http://schemas.openxmlformats.org/presentationml/2006/main">
  <p:tag name="PLUS_SLIDE_ID" val="QMVkWzcvcolX4yVIBgH2JM"/>
  <p:tag name="PLUS_SLIDE_PPT_ID" val="363#2838872207"/>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PLUS_THEME" val="background_1"/>
</p:tagLst>
</file>

<file path=ppt/tags/tag56.xml><?xml version="1.0" encoding="utf-8"?>
<p:tagLst xmlns:a="http://schemas.openxmlformats.org/drawingml/2006/main" xmlns:r="http://schemas.openxmlformats.org/officeDocument/2006/relationships" xmlns:p="http://schemas.openxmlformats.org/presentationml/2006/main">
  <p:tag name="PLUS_ID" val="takeaway"/>
</p:tagLst>
</file>

<file path=ppt/tags/tag57.xml><?xml version="1.0" encoding="utf-8"?>
<p:tagLst xmlns:a="http://schemas.openxmlformats.org/drawingml/2006/main" xmlns:r="http://schemas.openxmlformats.org/officeDocument/2006/relationships" xmlns:p="http://schemas.openxmlformats.org/presentationml/2006/main">
  <p:tag name="PLUS_ID" val="title"/>
</p:tagLst>
</file>

<file path=ppt/tags/tag58.xml><?xml version="1.0" encoding="utf-8"?>
<p:tagLst xmlns:a="http://schemas.openxmlformats.org/drawingml/2006/main" xmlns:r="http://schemas.openxmlformats.org/officeDocument/2006/relationships" xmlns:p="http://schemas.openxmlformats.org/presentationml/2006/main">
  <p:tag name="PLUS_ID" val="header_0"/>
</p:tagLst>
</file>

<file path=ppt/tags/tag59.xml><?xml version="1.0" encoding="utf-8"?>
<p:tagLst xmlns:a="http://schemas.openxmlformats.org/drawingml/2006/main" xmlns:r="http://schemas.openxmlformats.org/officeDocument/2006/relationships" xmlns:p="http://schemas.openxmlformats.org/presentationml/2006/main">
  <p:tag name="PLUS_ID" val="detail_0"/>
</p:tagLst>
</file>

<file path=ppt/tags/tag60.xml><?xml version="1.0" encoding="utf-8"?>
<p:tagLst xmlns:a="http://schemas.openxmlformats.org/drawingml/2006/main" xmlns:r="http://schemas.openxmlformats.org/officeDocument/2006/relationships" xmlns:p="http://schemas.openxmlformats.org/presentationml/2006/main">
  <p:tag name="PLUS_ID" val="header_1"/>
</p:tagLst>
</file>

<file path=ppt/tags/tag61.xml><?xml version="1.0" encoding="utf-8"?>
<p:tagLst xmlns:a="http://schemas.openxmlformats.org/drawingml/2006/main" xmlns:r="http://schemas.openxmlformats.org/officeDocument/2006/relationships" xmlns:p="http://schemas.openxmlformats.org/presentationml/2006/main">
  <p:tag name="PLUS_ID" val="detail_1"/>
</p:tagLst>
</file>

<file path=ppt/tags/tag62.xml><?xml version="1.0" encoding="utf-8"?>
<p:tagLst xmlns:a="http://schemas.openxmlformats.org/drawingml/2006/main" xmlns:r="http://schemas.openxmlformats.org/officeDocument/2006/relationships" xmlns:p="http://schemas.openxmlformats.org/presentationml/2006/main">
  <p:tag name="PLUS_ID" val="logo"/>
</p:tagLst>
</file>

<file path=ppt/tags/tag63.xml><?xml version="1.0" encoding="utf-8"?>
<p:tagLst xmlns:a="http://schemas.openxmlformats.org/drawingml/2006/main" xmlns:r="http://schemas.openxmlformats.org/officeDocument/2006/relationships" xmlns:p="http://schemas.openxmlformats.org/presentationml/2006/main">
  <p:tag name="PLUS_ID" val="chapter"/>
</p:tagLst>
</file>

<file path=ppt/tags/tag64.xml><?xml version="1.0" encoding="utf-8"?>
<p:tagLst xmlns:a="http://schemas.openxmlformats.org/drawingml/2006/main" xmlns:r="http://schemas.openxmlformats.org/officeDocument/2006/relationships" xmlns:p="http://schemas.openxmlformats.org/presentationml/2006/main">
  <p:tag name="PLUS_ID" val="header_2"/>
</p:tagLst>
</file>

<file path=ppt/tags/tag65.xml><?xml version="1.0" encoding="utf-8"?>
<p:tagLst xmlns:a="http://schemas.openxmlformats.org/drawingml/2006/main" xmlns:r="http://schemas.openxmlformats.org/officeDocument/2006/relationships" xmlns:p="http://schemas.openxmlformats.org/presentationml/2006/main">
  <p:tag name="PLUS_ID" val="detail_2"/>
</p:tagLst>
</file>

<file path=ppt/tags/tag66.xml><?xml version="1.0" encoding="utf-8"?>
<p:tagLst xmlns:a="http://schemas.openxmlformats.org/drawingml/2006/main" xmlns:r="http://schemas.openxmlformats.org/officeDocument/2006/relationships" xmlns:p="http://schemas.openxmlformats.org/presentationml/2006/main">
  <p:tag name="PLUS_ID" val="tip_wrapper"/>
</p:tagLst>
</file>

<file path=ppt/tags/tag67.xml><?xml version="1.0" encoding="utf-8"?>
<p:tagLst xmlns:a="http://schemas.openxmlformats.org/drawingml/2006/main" xmlns:r="http://schemas.openxmlformats.org/officeDocument/2006/relationships" xmlns:p="http://schemas.openxmlformats.org/presentationml/2006/main">
  <p:tag name="PLUS_ID" val="plus_tip"/>
</p:tagLst>
</file>

<file path=ppt/tags/tag68.xml><?xml version="1.0" encoding="utf-8"?>
<p:tagLst xmlns:a="http://schemas.openxmlformats.org/drawingml/2006/main" xmlns:r="http://schemas.openxmlformats.org/officeDocument/2006/relationships" xmlns:p="http://schemas.openxmlformats.org/presentationml/2006/main">
  <p:tag name="PLUS_ID" val="chapter"/>
</p:tagLst>
</file>

<file path=ppt/tags/tag69.xml><?xml version="1.0" encoding="utf-8"?>
<p:tagLst xmlns:a="http://schemas.openxmlformats.org/drawingml/2006/main" xmlns:r="http://schemas.openxmlformats.org/officeDocument/2006/relationships" xmlns:p="http://schemas.openxmlformats.org/presentationml/2006/main">
  <p:tag name="PLUS_ID" val="title"/>
</p:tagLst>
</file>

<file path=ppt/tags/tag70.xml><?xml version="1.0" encoding="utf-8"?>
<p:tagLst xmlns:a="http://schemas.openxmlformats.org/drawingml/2006/main" xmlns:r="http://schemas.openxmlformats.org/officeDocument/2006/relationships" xmlns:p="http://schemas.openxmlformats.org/presentationml/2006/main">
  <p:tag name="PLUS_ID" val="detail_0"/>
</p:tagLst>
</file>

<file path=ppt/tags/tag71.xml><?xml version="1.0" encoding="utf-8"?>
<p:tagLst xmlns:a="http://schemas.openxmlformats.org/drawingml/2006/main" xmlns:r="http://schemas.openxmlformats.org/officeDocument/2006/relationships" xmlns:p="http://schemas.openxmlformats.org/presentationml/2006/main">
  <p:tag name="PLUS_ID" val="detail_1"/>
</p:tagLst>
</file>

<file path=ppt/tags/tag72.xml><?xml version="1.0" encoding="utf-8"?>
<p:tagLst xmlns:a="http://schemas.openxmlformats.org/drawingml/2006/main" xmlns:r="http://schemas.openxmlformats.org/officeDocument/2006/relationships" xmlns:p="http://schemas.openxmlformats.org/presentationml/2006/main">
  <p:tag name="PLUS_ID" val="header_0"/>
</p:tagLst>
</file>

<file path=ppt/tags/tag73.xml><?xml version="1.0" encoding="utf-8"?>
<p:tagLst xmlns:a="http://schemas.openxmlformats.org/drawingml/2006/main" xmlns:r="http://schemas.openxmlformats.org/officeDocument/2006/relationships" xmlns:p="http://schemas.openxmlformats.org/presentationml/2006/main">
  <p:tag name="PLUS_ID" val="header_1"/>
</p:tagLst>
</file>

<file path=ppt/tags/tag74.xml><?xml version="1.0" encoding="utf-8"?>
<p:tagLst xmlns:a="http://schemas.openxmlformats.org/drawingml/2006/main" xmlns:r="http://schemas.openxmlformats.org/officeDocument/2006/relationships" xmlns:p="http://schemas.openxmlformats.org/presentationml/2006/main">
  <p:tag name="PLUS_ID" val="icon_0"/>
</p:tagLst>
</file>

<file path=ppt/tags/tag75.xml><?xml version="1.0" encoding="utf-8"?>
<p:tagLst xmlns:a="http://schemas.openxmlformats.org/drawingml/2006/main" xmlns:r="http://schemas.openxmlformats.org/officeDocument/2006/relationships" xmlns:p="http://schemas.openxmlformats.org/presentationml/2006/main">
  <p:tag name="PLUS_ID" val="icon_1"/>
</p:tagLst>
</file>

<file path=ppt/tags/tag76.xml><?xml version="1.0" encoding="utf-8"?>
<p:tagLst xmlns:a="http://schemas.openxmlformats.org/drawingml/2006/main" xmlns:r="http://schemas.openxmlformats.org/officeDocument/2006/relationships" xmlns:p="http://schemas.openxmlformats.org/presentationml/2006/main">
  <p:tag name="PLUS_ID" val="logo"/>
</p:tagLst>
</file>

<file path=ppt/tags/tag77.xml><?xml version="1.0" encoding="utf-8"?>
<p:tagLst xmlns:a="http://schemas.openxmlformats.org/drawingml/2006/main" xmlns:r="http://schemas.openxmlformats.org/officeDocument/2006/relationships" xmlns:p="http://schemas.openxmlformats.org/presentationml/2006/main">
  <p:tag name="PLUS_ID" val="tip_wrapper"/>
</p:tagLst>
</file>

<file path=ppt/tags/tag78.xml><?xml version="1.0" encoding="utf-8"?>
<p:tagLst xmlns:a="http://schemas.openxmlformats.org/drawingml/2006/main" xmlns:r="http://schemas.openxmlformats.org/officeDocument/2006/relationships" xmlns:p="http://schemas.openxmlformats.org/presentationml/2006/main">
  <p:tag name="PLUS_ID" val="plus_tip"/>
</p:tagLst>
</file>

<file path=ppt/tags/tag79.xml><?xml version="1.0" encoding="utf-8"?>
<p:tagLst xmlns:a="http://schemas.openxmlformats.org/drawingml/2006/main" xmlns:r="http://schemas.openxmlformats.org/officeDocument/2006/relationships" xmlns:p="http://schemas.openxmlformats.org/presentationml/2006/main">
  <p:tag name="PLUS_ID" val="chapter"/>
</p:tagLst>
</file>

<file path=ppt/tags/tag80.xml><?xml version="1.0" encoding="utf-8"?>
<p:tagLst xmlns:a="http://schemas.openxmlformats.org/drawingml/2006/main" xmlns:r="http://schemas.openxmlformats.org/officeDocument/2006/relationships" xmlns:p="http://schemas.openxmlformats.org/presentationml/2006/main">
  <p:tag name="PLUS_ID" val="title"/>
</p:tagLst>
</file>

<file path=ppt/tags/tag81.xml><?xml version="1.0" encoding="utf-8"?>
<p:tagLst xmlns:a="http://schemas.openxmlformats.org/drawingml/2006/main" xmlns:r="http://schemas.openxmlformats.org/officeDocument/2006/relationships" xmlns:p="http://schemas.openxmlformats.org/presentationml/2006/main">
  <p:tag name="PLUS_ID" val="label_0"/>
</p:tagLst>
</file>

<file path=ppt/tags/tag82.xml><?xml version="1.0" encoding="utf-8"?>
<p:tagLst xmlns:a="http://schemas.openxmlformats.org/drawingml/2006/main" xmlns:r="http://schemas.openxmlformats.org/officeDocument/2006/relationships" xmlns:p="http://schemas.openxmlformats.org/presentationml/2006/main">
  <p:tag name="PLUS_ID" val="label_1"/>
</p:tagLst>
</file>

<file path=ppt/tags/tag83.xml><?xml version="1.0" encoding="utf-8"?>
<p:tagLst xmlns:a="http://schemas.openxmlformats.org/drawingml/2006/main" xmlns:r="http://schemas.openxmlformats.org/officeDocument/2006/relationships" xmlns:p="http://schemas.openxmlformats.org/presentationml/2006/main">
  <p:tag name="PLUS_ID" val="label_2"/>
</p:tagLst>
</file>

<file path=ppt/tags/tag84.xml><?xml version="1.0" encoding="utf-8"?>
<p:tagLst xmlns:a="http://schemas.openxmlformats.org/drawingml/2006/main" xmlns:r="http://schemas.openxmlformats.org/officeDocument/2006/relationships" xmlns:p="http://schemas.openxmlformats.org/presentationml/2006/main">
  <p:tag name="PLUS_ID" val="value_0"/>
</p:tagLst>
</file>

<file path=ppt/tags/tag85.xml><?xml version="1.0" encoding="utf-8"?>
<p:tagLst xmlns:a="http://schemas.openxmlformats.org/drawingml/2006/main" xmlns:r="http://schemas.openxmlformats.org/officeDocument/2006/relationships" xmlns:p="http://schemas.openxmlformats.org/presentationml/2006/main">
  <p:tag name="PLUS_ID" val="value_1"/>
</p:tagLst>
</file>

<file path=ppt/tags/tag86.xml><?xml version="1.0" encoding="utf-8"?>
<p:tagLst xmlns:a="http://schemas.openxmlformats.org/drawingml/2006/main" xmlns:r="http://schemas.openxmlformats.org/officeDocument/2006/relationships" xmlns:p="http://schemas.openxmlformats.org/presentationml/2006/main">
  <p:tag name="PLUS_ID" val="value_2"/>
</p:tagLst>
</file>

<file path=ppt/tags/tag87.xml><?xml version="1.0" encoding="utf-8"?>
<p:tagLst xmlns:a="http://schemas.openxmlformats.org/drawingml/2006/main" xmlns:r="http://schemas.openxmlformats.org/officeDocument/2006/relationships" xmlns:p="http://schemas.openxmlformats.org/presentationml/2006/main">
  <p:tag name="PLUS_ID" val="label_3"/>
</p:tagLst>
</file>

<file path=ppt/tags/tag88.xml><?xml version="1.0" encoding="utf-8"?>
<p:tagLst xmlns:a="http://schemas.openxmlformats.org/drawingml/2006/main" xmlns:r="http://schemas.openxmlformats.org/officeDocument/2006/relationships" xmlns:p="http://schemas.openxmlformats.org/presentationml/2006/main">
  <p:tag name="PLUS_ID" val="value_3"/>
</p:tagLst>
</file>

<file path=ppt/tags/tag89.xml><?xml version="1.0" encoding="utf-8"?>
<p:tagLst xmlns:a="http://schemas.openxmlformats.org/drawingml/2006/main" xmlns:r="http://schemas.openxmlformats.org/officeDocument/2006/relationships" xmlns:p="http://schemas.openxmlformats.org/presentationml/2006/main">
  <p:tag name="PLUS_ID" val="logo"/>
</p:tagLst>
</file>

<file path=ppt/tags/tag90.xml><?xml version="1.0" encoding="utf-8"?>
<p:tagLst xmlns:a="http://schemas.openxmlformats.org/drawingml/2006/main" xmlns:r="http://schemas.openxmlformats.org/officeDocument/2006/relationships" xmlns:p="http://schemas.openxmlformats.org/presentationml/2006/main">
  <p:tag name="PLUS_ID" val="tip_wrapper"/>
</p:tagLst>
</file>

<file path=ppt/tags/tag91.xml><?xml version="1.0" encoding="utf-8"?>
<p:tagLst xmlns:a="http://schemas.openxmlformats.org/drawingml/2006/main" xmlns:r="http://schemas.openxmlformats.org/officeDocument/2006/relationships" xmlns:p="http://schemas.openxmlformats.org/presentationml/2006/main">
  <p:tag name="PLUS_ID" val="plus_tip"/>
</p:tagLst>
</file>

<file path=ppt/tags/tag92.xml><?xml version="1.0" encoding="utf-8"?>
<p:tagLst xmlns:a="http://schemas.openxmlformats.org/drawingml/2006/main" xmlns:r="http://schemas.openxmlformats.org/officeDocument/2006/relationships" xmlns:p="http://schemas.openxmlformats.org/presentationml/2006/main">
  <p:tag name="PLUS_ID" val="image"/>
</p:tagLst>
</file>

<file path=ppt/tags/tag93.xml><?xml version="1.0" encoding="utf-8"?>
<p:tagLst xmlns:a="http://schemas.openxmlformats.org/drawingml/2006/main" xmlns:r="http://schemas.openxmlformats.org/officeDocument/2006/relationships" xmlns:p="http://schemas.openxmlformats.org/presentationml/2006/main">
  <p:tag name="PLUS_ID" val="chapter"/>
</p:tagLst>
</file>

<file path=ppt/tags/tag94.xml><?xml version="1.0" encoding="utf-8"?>
<p:tagLst xmlns:a="http://schemas.openxmlformats.org/drawingml/2006/main" xmlns:r="http://schemas.openxmlformats.org/officeDocument/2006/relationships" xmlns:p="http://schemas.openxmlformats.org/presentationml/2006/main">
  <p:tag name="PLUS_ID" val="title"/>
</p:tagLst>
</file>

<file path=ppt/tags/tag95.xml><?xml version="1.0" encoding="utf-8"?>
<p:tagLst xmlns:a="http://schemas.openxmlformats.org/drawingml/2006/main" xmlns:r="http://schemas.openxmlformats.org/officeDocument/2006/relationships" xmlns:p="http://schemas.openxmlformats.org/presentationml/2006/main">
  <p:tag name="PLUS_ID" val="detail_0"/>
</p:tagLst>
</file>

<file path=ppt/tags/tag96.xml><?xml version="1.0" encoding="utf-8"?>
<p:tagLst xmlns:a="http://schemas.openxmlformats.org/drawingml/2006/main" xmlns:r="http://schemas.openxmlformats.org/officeDocument/2006/relationships" xmlns:p="http://schemas.openxmlformats.org/presentationml/2006/main">
  <p:tag name="PLUS_ID" val="detail_1"/>
</p:tagLst>
</file>

<file path=ppt/tags/tag97.xml><?xml version="1.0" encoding="utf-8"?>
<p:tagLst xmlns:a="http://schemas.openxmlformats.org/drawingml/2006/main" xmlns:r="http://schemas.openxmlformats.org/officeDocument/2006/relationships" xmlns:p="http://schemas.openxmlformats.org/presentationml/2006/main">
  <p:tag name="PLUS_ID" val="detail_2"/>
</p:tagLst>
</file>

<file path=ppt/tags/tag98.xml><?xml version="1.0" encoding="utf-8"?>
<p:tagLst xmlns:a="http://schemas.openxmlformats.org/drawingml/2006/main" xmlns:r="http://schemas.openxmlformats.org/officeDocument/2006/relationships" xmlns:p="http://schemas.openxmlformats.org/presentationml/2006/main">
  <p:tag name="PLUS_ID" val="header_0"/>
</p:tagLst>
</file>

<file path=ppt/tags/tag99.xml><?xml version="1.0" encoding="utf-8"?>
<p:tagLst xmlns:a="http://schemas.openxmlformats.org/drawingml/2006/main" xmlns:r="http://schemas.openxmlformats.org/officeDocument/2006/relationships" xmlns:p="http://schemas.openxmlformats.org/presentationml/2006/main">
  <p:tag name="PLUS_ID" val="header_1"/>
</p:tagLst>
</file>

<file path=ppt/tags/tag100.xml><?xml version="1.0" encoding="utf-8"?>
<p:tagLst xmlns:a="http://schemas.openxmlformats.org/drawingml/2006/main" xmlns:r="http://schemas.openxmlformats.org/officeDocument/2006/relationships" xmlns:p="http://schemas.openxmlformats.org/presentationml/2006/main">
  <p:tag name="PLUS_ID" val="header_2"/>
</p:tagLst>
</file>

<file path=ppt/tags/tag101.xml><?xml version="1.0" encoding="utf-8"?>
<p:tagLst xmlns:a="http://schemas.openxmlformats.org/drawingml/2006/main" xmlns:r="http://schemas.openxmlformats.org/officeDocument/2006/relationships" xmlns:p="http://schemas.openxmlformats.org/presentationml/2006/main">
  <p:tag name="PLUS_ID" val="logo"/>
</p:tagLst>
</file>

<file path=ppt/tags/tag102.xml><?xml version="1.0" encoding="utf-8"?>
<p:tagLst xmlns:a="http://schemas.openxmlformats.org/drawingml/2006/main" xmlns:r="http://schemas.openxmlformats.org/officeDocument/2006/relationships" xmlns:p="http://schemas.openxmlformats.org/presentationml/2006/main">
  <p:tag name="PLUS_ID" val="tip_wrapper"/>
</p:tagLst>
</file>

<file path=ppt/tags/tag103.xml><?xml version="1.0" encoding="utf-8"?>
<p:tagLst xmlns:a="http://schemas.openxmlformats.org/drawingml/2006/main" xmlns:r="http://schemas.openxmlformats.org/officeDocument/2006/relationships" xmlns:p="http://schemas.openxmlformats.org/presentationml/2006/main">
  <p:tag name="PLUS_ID" val="plus_tip"/>
</p:tagLst>
</file>

<file path=ppt/tags/tag104.xml><?xml version="1.0" encoding="utf-8"?>
<p:tagLst xmlns:a="http://schemas.openxmlformats.org/drawingml/2006/main" xmlns:r="http://schemas.openxmlformats.org/officeDocument/2006/relationships" xmlns:p="http://schemas.openxmlformats.org/presentationml/2006/main">
  <p:tag name="PLUS_ID" val="chapter"/>
</p:tagLst>
</file>

<file path=ppt/tags/tag105.xml><?xml version="1.0" encoding="utf-8"?>
<p:tagLst xmlns:a="http://schemas.openxmlformats.org/drawingml/2006/main" xmlns:r="http://schemas.openxmlformats.org/officeDocument/2006/relationships" xmlns:p="http://schemas.openxmlformats.org/presentationml/2006/main">
  <p:tag name="PLUS_ID" val="logo"/>
</p:tagLst>
</file>

<file path=ppt/tags/tag106.xml><?xml version="1.0" encoding="utf-8"?>
<p:tagLst xmlns:a="http://schemas.openxmlformats.org/drawingml/2006/main" xmlns:r="http://schemas.openxmlformats.org/officeDocument/2006/relationships" xmlns:p="http://schemas.openxmlformats.org/presentationml/2006/main">
  <p:tag name="PLUS_ID" val="title"/>
</p:tagLst>
</file>

<file path=ppt/tags/tag107.xml><?xml version="1.0" encoding="utf-8"?>
<p:tagLst xmlns:a="http://schemas.openxmlformats.org/drawingml/2006/main" xmlns:r="http://schemas.openxmlformats.org/officeDocument/2006/relationships" xmlns:p="http://schemas.openxmlformats.org/presentationml/2006/main">
  <p:tag name="PLUS_ID" val="chart_title"/>
</p:tagLst>
</file>

<file path=ppt/tags/tag108.xml><?xml version="1.0" encoding="utf-8"?>
<p:tagLst xmlns:a="http://schemas.openxmlformats.org/drawingml/2006/main" xmlns:r="http://schemas.openxmlformats.org/officeDocument/2006/relationships" xmlns:p="http://schemas.openxmlformats.org/presentationml/2006/main">
  <p:tag name="PLUS_ID" val="header"/>
</p:tagLst>
</file>

<file path=ppt/tags/tag109.xml><?xml version="1.0" encoding="utf-8"?>
<p:tagLst xmlns:a="http://schemas.openxmlformats.org/drawingml/2006/main" xmlns:r="http://schemas.openxmlformats.org/officeDocument/2006/relationships" xmlns:p="http://schemas.openxmlformats.org/presentationml/2006/main">
  <p:tag name="PLUS_ID" val="detail"/>
</p:tagLst>
</file>

<file path=ppt/tags/tag110.xml><?xml version="1.0" encoding="utf-8"?>
<p:tagLst xmlns:a="http://schemas.openxmlformats.org/drawingml/2006/main" xmlns:r="http://schemas.openxmlformats.org/officeDocument/2006/relationships" xmlns:p="http://schemas.openxmlformats.org/presentationml/2006/main">
  <p:tag name="PLUS_ID" val="tip_wrapper"/>
</p:tagLst>
</file>

<file path=ppt/tags/tag111.xml><?xml version="1.0" encoding="utf-8"?>
<p:tagLst xmlns:a="http://schemas.openxmlformats.org/drawingml/2006/main" xmlns:r="http://schemas.openxmlformats.org/officeDocument/2006/relationships" xmlns:p="http://schemas.openxmlformats.org/presentationml/2006/main">
  <p:tag name="PLUS_ID" val="plus_tip"/>
</p:tagLst>
</file>

<file path=ppt/tags/tag112.xml><?xml version="1.0" encoding="utf-8"?>
<p:tagLst xmlns:a="http://schemas.openxmlformats.org/drawingml/2006/main" xmlns:r="http://schemas.openxmlformats.org/officeDocument/2006/relationships" xmlns:p="http://schemas.openxmlformats.org/presentationml/2006/main">
  <p:tag name="PLUS_ID" val="chart"/>
</p:tagLst>
</file>

<file path=ppt/tags/tag113.xml><?xml version="1.0" encoding="utf-8"?>
<p:tagLst xmlns:a="http://schemas.openxmlformats.org/drawingml/2006/main" xmlns:r="http://schemas.openxmlformats.org/officeDocument/2006/relationships" xmlns:p="http://schemas.openxmlformats.org/presentationml/2006/main">
  <p:tag name="PLUS_ID" val="chapter"/>
</p:tagLst>
</file>

<file path=ppt/tags/tag114.xml><?xml version="1.0" encoding="utf-8"?>
<p:tagLst xmlns:a="http://schemas.openxmlformats.org/drawingml/2006/main" xmlns:r="http://schemas.openxmlformats.org/officeDocument/2006/relationships" xmlns:p="http://schemas.openxmlformats.org/presentationml/2006/main">
  <p:tag name="PLUS_ID" val="logo"/>
</p:tagLst>
</file>

<file path=ppt/tags/tag115.xml><?xml version="1.0" encoding="utf-8"?>
<p:tagLst xmlns:a="http://schemas.openxmlformats.org/drawingml/2006/main" xmlns:r="http://schemas.openxmlformats.org/officeDocument/2006/relationships" xmlns:p="http://schemas.openxmlformats.org/presentationml/2006/main">
  <p:tag name="PLUS_ID" val="title"/>
</p:tagLst>
</file>

<file path=ppt/tags/tag116.xml><?xml version="1.0" encoding="utf-8"?>
<p:tagLst xmlns:a="http://schemas.openxmlformats.org/drawingml/2006/main" xmlns:r="http://schemas.openxmlformats.org/officeDocument/2006/relationships" xmlns:p="http://schemas.openxmlformats.org/presentationml/2006/main">
  <p:tag name="PLUS_ID" val="chart_title"/>
</p:tagLst>
</file>

<file path=ppt/tags/tag117.xml><?xml version="1.0" encoding="utf-8"?>
<p:tagLst xmlns:a="http://schemas.openxmlformats.org/drawingml/2006/main" xmlns:r="http://schemas.openxmlformats.org/officeDocument/2006/relationships" xmlns:p="http://schemas.openxmlformats.org/presentationml/2006/main">
  <p:tag name="PLUS_ID" val="detail"/>
</p:tagLst>
</file>

<file path=ppt/tags/tag118.xml><?xml version="1.0" encoding="utf-8"?>
<p:tagLst xmlns:a="http://schemas.openxmlformats.org/drawingml/2006/main" xmlns:r="http://schemas.openxmlformats.org/officeDocument/2006/relationships" xmlns:p="http://schemas.openxmlformats.org/presentationml/2006/main">
  <p:tag name="PLUS_ID" val="chart"/>
</p:tagLst>
</file>

<file path=ppt/tags/tag119.xml><?xml version="1.0" encoding="utf-8"?>
<p:tagLst xmlns:a="http://schemas.openxmlformats.org/drawingml/2006/main" xmlns:r="http://schemas.openxmlformats.org/officeDocument/2006/relationships" xmlns:p="http://schemas.openxmlformats.org/presentationml/2006/main">
  <p:tag name="PLUS_ID" val="tip_wrapper"/>
</p:tagLst>
</file>

<file path=ppt/tags/tag120.xml><?xml version="1.0" encoding="utf-8"?>
<p:tagLst xmlns:a="http://schemas.openxmlformats.org/drawingml/2006/main" xmlns:r="http://schemas.openxmlformats.org/officeDocument/2006/relationships" xmlns:p="http://schemas.openxmlformats.org/presentationml/2006/main">
  <p:tag name="PLUS_ID" val="plus_tip"/>
</p:tagLst>
</file>

<file path=ppt/tags/tag121.xml><?xml version="1.0" encoding="utf-8"?>
<p:tagLst xmlns:a="http://schemas.openxmlformats.org/drawingml/2006/main" xmlns:r="http://schemas.openxmlformats.org/officeDocument/2006/relationships" xmlns:p="http://schemas.openxmlformats.org/presentationml/2006/main">
  <p:tag name="PLUS_THEME" val="background_0"/>
</p:tagLst>
</file>

<file path=ppt/tags/tag122.xml><?xml version="1.0" encoding="utf-8"?>
<p:tagLst xmlns:a="http://schemas.openxmlformats.org/drawingml/2006/main" xmlns:r="http://schemas.openxmlformats.org/officeDocument/2006/relationships" xmlns:p="http://schemas.openxmlformats.org/presentationml/2006/main">
  <p:tag name="PLUS_ID" val="image"/>
</p:tagLst>
</file>

<file path=ppt/tags/tag123.xml><?xml version="1.0" encoding="utf-8"?>
<p:tagLst xmlns:a="http://schemas.openxmlformats.org/drawingml/2006/main" xmlns:r="http://schemas.openxmlformats.org/officeDocument/2006/relationships" xmlns:p="http://schemas.openxmlformats.org/presentationml/2006/main">
  <p:tag name="PLUS_ID" val="title"/>
  <p:tag name="PLUS_THEME" val="font_0"/>
</p:tagLst>
</file>

<file path=ppt/tags/tag124.xml><?xml version="1.0" encoding="utf-8"?>
<p:tagLst xmlns:a="http://schemas.openxmlformats.org/drawingml/2006/main" xmlns:r="http://schemas.openxmlformats.org/officeDocument/2006/relationships" xmlns:p="http://schemas.openxmlformats.org/presentationml/2006/main">
  <p:tag name="PLUS_ID" val="detail"/>
  <p:tag name="PLUS_THEME" val="font_0"/>
</p:tagLst>
</file>

<file path=ppt/tags/tag125.xml><?xml version="1.0" encoding="utf-8"?>
<p:tagLst xmlns:a="http://schemas.openxmlformats.org/drawingml/2006/main" xmlns:r="http://schemas.openxmlformats.org/officeDocument/2006/relationships" xmlns:p="http://schemas.openxmlformats.org/presentationml/2006/main">
  <p:tag name="PLUS_ID" val="logo"/>
</p:tagLst>
</file>

<file path=ppt/tags/tag126.xml><?xml version="1.0" encoding="utf-8"?>
<p:tagLst xmlns:a="http://schemas.openxmlformats.org/drawingml/2006/main" xmlns:r="http://schemas.openxmlformats.org/officeDocument/2006/relationships" xmlns:p="http://schemas.openxmlformats.org/presentationml/2006/main">
  <p:tag name="PLUS_ID" val="chapter"/>
</p:tagLst>
</file>

<file path=ppt/tags/tag127.xml><?xml version="1.0" encoding="utf-8"?>
<p:tagLst xmlns:a="http://schemas.openxmlformats.org/drawingml/2006/main" xmlns:r="http://schemas.openxmlformats.org/officeDocument/2006/relationships" xmlns:p="http://schemas.openxmlformats.org/presentationml/2006/main">
  <p:tag name="PLUS_ID" val="chapter"/>
</p:tagLst>
</file>

<file path=ppt/tags/tag128.xml><?xml version="1.0" encoding="utf-8"?>
<p:tagLst xmlns:a="http://schemas.openxmlformats.org/drawingml/2006/main" xmlns:r="http://schemas.openxmlformats.org/officeDocument/2006/relationships" xmlns:p="http://schemas.openxmlformats.org/presentationml/2006/main">
  <p:tag name="PLUS_ID" val="logo"/>
</p:tagLst>
</file>

<file path=ppt/tags/tag129.xml><?xml version="1.0" encoding="utf-8"?>
<p:tagLst xmlns:a="http://schemas.openxmlformats.org/drawingml/2006/main" xmlns:r="http://schemas.openxmlformats.org/officeDocument/2006/relationships" xmlns:p="http://schemas.openxmlformats.org/presentationml/2006/main">
  <p:tag name="PLUS_ID" val="title"/>
</p:tagLst>
</file>

<file path=ppt/tags/tag130.xml><?xml version="1.0" encoding="utf-8"?>
<p:tagLst xmlns:a="http://schemas.openxmlformats.org/drawingml/2006/main" xmlns:r="http://schemas.openxmlformats.org/officeDocument/2006/relationships" xmlns:p="http://schemas.openxmlformats.org/presentationml/2006/main">
  <p:tag name="PLUS_ID" val="chart_title"/>
</p:tagLst>
</file>

<file path=ppt/tags/tag131.xml><?xml version="1.0" encoding="utf-8"?>
<p:tagLst xmlns:a="http://schemas.openxmlformats.org/drawingml/2006/main" xmlns:r="http://schemas.openxmlformats.org/officeDocument/2006/relationships" xmlns:p="http://schemas.openxmlformats.org/presentationml/2006/main">
  <p:tag name="PLUS_ID" val="chart"/>
</p:tagLst>
</file>

<file path=ppt/tags/tag132.xml><?xml version="1.0" encoding="utf-8"?>
<p:tagLst xmlns:a="http://schemas.openxmlformats.org/drawingml/2006/main" xmlns:r="http://schemas.openxmlformats.org/officeDocument/2006/relationships" xmlns:p="http://schemas.openxmlformats.org/presentationml/2006/main">
  <p:tag name="PLUS_ID" val="label_0"/>
</p:tagLst>
</file>

<file path=ppt/tags/tag133.xml><?xml version="1.0" encoding="utf-8"?>
<p:tagLst xmlns:a="http://schemas.openxmlformats.org/drawingml/2006/main" xmlns:r="http://schemas.openxmlformats.org/officeDocument/2006/relationships" xmlns:p="http://schemas.openxmlformats.org/presentationml/2006/main">
  <p:tag name="PLUS_ID" val="label_1"/>
</p:tagLst>
</file>

<file path=ppt/tags/tag134.xml><?xml version="1.0" encoding="utf-8"?>
<p:tagLst xmlns:a="http://schemas.openxmlformats.org/drawingml/2006/main" xmlns:r="http://schemas.openxmlformats.org/officeDocument/2006/relationships" xmlns:p="http://schemas.openxmlformats.org/presentationml/2006/main">
  <p:tag name="PLUS_ID" val="value_0"/>
</p:tagLst>
</file>

<file path=ppt/tags/tag135.xml><?xml version="1.0" encoding="utf-8"?>
<p:tagLst xmlns:a="http://schemas.openxmlformats.org/drawingml/2006/main" xmlns:r="http://schemas.openxmlformats.org/officeDocument/2006/relationships" xmlns:p="http://schemas.openxmlformats.org/presentationml/2006/main">
  <p:tag name="PLUS_ID" val="value_1"/>
</p:tagLst>
</file>

<file path=ppt/tags/tag136.xml><?xml version="1.0" encoding="utf-8"?>
<p:tagLst xmlns:a="http://schemas.openxmlformats.org/drawingml/2006/main" xmlns:r="http://schemas.openxmlformats.org/officeDocument/2006/relationships" xmlns:p="http://schemas.openxmlformats.org/presentationml/2006/main">
  <p:tag name="PLUS_ID" val="label_2"/>
</p:tagLst>
</file>

<file path=ppt/tags/tag137.xml><?xml version="1.0" encoding="utf-8"?>
<p:tagLst xmlns:a="http://schemas.openxmlformats.org/drawingml/2006/main" xmlns:r="http://schemas.openxmlformats.org/officeDocument/2006/relationships" xmlns:p="http://schemas.openxmlformats.org/presentationml/2006/main">
  <p:tag name="PLUS_ID" val="value_2"/>
</p:tagLst>
</file>

<file path=ppt/tags/tag138.xml><?xml version="1.0" encoding="utf-8"?>
<p:tagLst xmlns:a="http://schemas.openxmlformats.org/drawingml/2006/main" xmlns:r="http://schemas.openxmlformats.org/officeDocument/2006/relationships" xmlns:p="http://schemas.openxmlformats.org/presentationml/2006/main">
  <p:tag name="PLUS_ID" val="tip_wrapper"/>
</p:tagLst>
</file>

<file path=ppt/tags/tag139.xml><?xml version="1.0" encoding="utf-8"?>
<p:tagLst xmlns:a="http://schemas.openxmlformats.org/drawingml/2006/main" xmlns:r="http://schemas.openxmlformats.org/officeDocument/2006/relationships" xmlns:p="http://schemas.openxmlformats.org/presentationml/2006/main">
  <p:tag name="PLUS_ID" val="plus_tip"/>
</p:tagLst>
</file>

<file path=ppt/tags/tag140.xml><?xml version="1.0" encoding="utf-8"?>
<p:tagLst xmlns:a="http://schemas.openxmlformats.org/drawingml/2006/main" xmlns:r="http://schemas.openxmlformats.org/officeDocument/2006/relationships" xmlns:p="http://schemas.openxmlformats.org/presentationml/2006/main">
  <p:tag name="PLUS_SLIDE_ID" val="2k6pNLw4s2HqRM8fk9Ubb8"/>
  <p:tag name="PLUS_SLIDE_PPT_ID" val="359#396646278"/>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PLUS_THEME" val="background_1"/>
</p:tagLst>
</file>

<file path=ppt/tags/tag143.xml><?xml version="1.0" encoding="utf-8"?>
<p:tagLst xmlns:a="http://schemas.openxmlformats.org/drawingml/2006/main" xmlns:r="http://schemas.openxmlformats.org/officeDocument/2006/relationships" xmlns:p="http://schemas.openxmlformats.org/presentationml/2006/main">
  <p:tag name="PLUS_ID" val="takeaway"/>
</p:tagLst>
</file>

<file path=ppt/tags/tag144.xml><?xml version="1.0" encoding="utf-8"?>
<p:tagLst xmlns:a="http://schemas.openxmlformats.org/drawingml/2006/main" xmlns:r="http://schemas.openxmlformats.org/officeDocument/2006/relationships" xmlns:p="http://schemas.openxmlformats.org/presentationml/2006/main">
  <p:tag name="PLUS_ID" val="title"/>
</p:tagLst>
</file>

<file path=ppt/tags/tag145.xml><?xml version="1.0" encoding="utf-8"?>
<p:tagLst xmlns:a="http://schemas.openxmlformats.org/drawingml/2006/main" xmlns:r="http://schemas.openxmlformats.org/officeDocument/2006/relationships" xmlns:p="http://schemas.openxmlformats.org/presentationml/2006/main">
  <p:tag name="PLUS_ID" val="header_0"/>
</p:tagLst>
</file>

<file path=ppt/tags/tag146.xml><?xml version="1.0" encoding="utf-8"?>
<p:tagLst xmlns:a="http://schemas.openxmlformats.org/drawingml/2006/main" xmlns:r="http://schemas.openxmlformats.org/officeDocument/2006/relationships" xmlns:p="http://schemas.openxmlformats.org/presentationml/2006/main">
  <p:tag name="PLUS_ID" val="detail_0"/>
</p:tagLst>
</file>

<file path=ppt/tags/tag147.xml><?xml version="1.0" encoding="utf-8"?>
<p:tagLst xmlns:a="http://schemas.openxmlformats.org/drawingml/2006/main" xmlns:r="http://schemas.openxmlformats.org/officeDocument/2006/relationships" xmlns:p="http://schemas.openxmlformats.org/presentationml/2006/main">
  <p:tag name="PLUS_ID" val="header_1"/>
</p:tagLst>
</file>

<file path=ppt/tags/tag148.xml><?xml version="1.0" encoding="utf-8"?>
<p:tagLst xmlns:a="http://schemas.openxmlformats.org/drawingml/2006/main" xmlns:r="http://schemas.openxmlformats.org/officeDocument/2006/relationships" xmlns:p="http://schemas.openxmlformats.org/presentationml/2006/main">
  <p:tag name="PLUS_ID" val="detail_1"/>
</p:tagLst>
</file>

<file path=ppt/tags/tag149.xml><?xml version="1.0" encoding="utf-8"?>
<p:tagLst xmlns:a="http://schemas.openxmlformats.org/drawingml/2006/main" xmlns:r="http://schemas.openxmlformats.org/officeDocument/2006/relationships" xmlns:p="http://schemas.openxmlformats.org/presentationml/2006/main">
  <p:tag name="PLUS_ID" val="logo"/>
</p:tagLst>
</file>

<file path=ppt/tags/tag150.xml><?xml version="1.0" encoding="utf-8"?>
<p:tagLst xmlns:a="http://schemas.openxmlformats.org/drawingml/2006/main" xmlns:r="http://schemas.openxmlformats.org/officeDocument/2006/relationships" xmlns:p="http://schemas.openxmlformats.org/presentationml/2006/main">
  <p:tag name="PLUS_ID" val="chapter"/>
</p:tagLst>
</file>

<file path=ppt/tags/tag151.xml><?xml version="1.0" encoding="utf-8"?>
<p:tagLst xmlns:a="http://schemas.openxmlformats.org/drawingml/2006/main" xmlns:r="http://schemas.openxmlformats.org/officeDocument/2006/relationships" xmlns:p="http://schemas.openxmlformats.org/presentationml/2006/main">
  <p:tag name="PLUS_ID" val="tip_wrapper"/>
</p:tagLst>
</file>

<file path=ppt/tags/tag152.xml><?xml version="1.0" encoding="utf-8"?>
<p:tagLst xmlns:a="http://schemas.openxmlformats.org/drawingml/2006/main" xmlns:r="http://schemas.openxmlformats.org/officeDocument/2006/relationships" xmlns:p="http://schemas.openxmlformats.org/presentationml/2006/main">
  <p:tag name="PLUS_ID" val="plus_tip"/>
</p:tagLst>
</file>

<file path=ppt/tags/tag153.xml><?xml version="1.0" encoding="utf-8"?>
<p:tagLst xmlns:a="http://schemas.openxmlformats.org/drawingml/2006/main" xmlns:r="http://schemas.openxmlformats.org/officeDocument/2006/relationships" xmlns:p="http://schemas.openxmlformats.org/presentationml/2006/main">
  <p:tag name="PLUS_ID" val="chapter"/>
</p:tagLst>
</file>

<file path=ppt/tags/tag154.xml><?xml version="1.0" encoding="utf-8"?>
<p:tagLst xmlns:a="http://schemas.openxmlformats.org/drawingml/2006/main" xmlns:r="http://schemas.openxmlformats.org/officeDocument/2006/relationships" xmlns:p="http://schemas.openxmlformats.org/presentationml/2006/main">
  <p:tag name="PLUS_ID" val="title"/>
</p:tagLst>
</file>

<file path=ppt/tags/tag155.xml><?xml version="1.0" encoding="utf-8"?>
<p:tagLst xmlns:a="http://schemas.openxmlformats.org/drawingml/2006/main" xmlns:r="http://schemas.openxmlformats.org/officeDocument/2006/relationships" xmlns:p="http://schemas.openxmlformats.org/presentationml/2006/main">
  <p:tag name="PLUS_ID" val="detail_0"/>
</p:tagLst>
</file>

<file path=ppt/tags/tag156.xml><?xml version="1.0" encoding="utf-8"?>
<p:tagLst xmlns:a="http://schemas.openxmlformats.org/drawingml/2006/main" xmlns:r="http://schemas.openxmlformats.org/officeDocument/2006/relationships" xmlns:p="http://schemas.openxmlformats.org/presentationml/2006/main">
  <p:tag name="PLUS_ID" val="detail_1"/>
</p:tagLst>
</file>

<file path=ppt/tags/tag157.xml><?xml version="1.0" encoding="utf-8"?>
<p:tagLst xmlns:a="http://schemas.openxmlformats.org/drawingml/2006/main" xmlns:r="http://schemas.openxmlformats.org/officeDocument/2006/relationships" xmlns:p="http://schemas.openxmlformats.org/presentationml/2006/main">
  <p:tag name="PLUS_ID" val="detail_2"/>
</p:tagLst>
</file>

<file path=ppt/tags/tag158.xml><?xml version="1.0" encoding="utf-8"?>
<p:tagLst xmlns:a="http://schemas.openxmlformats.org/drawingml/2006/main" xmlns:r="http://schemas.openxmlformats.org/officeDocument/2006/relationships" xmlns:p="http://schemas.openxmlformats.org/presentationml/2006/main">
  <p:tag name="PLUS_ID" val="header_0"/>
</p:tagLst>
</file>

<file path=ppt/tags/tag159.xml><?xml version="1.0" encoding="utf-8"?>
<p:tagLst xmlns:a="http://schemas.openxmlformats.org/drawingml/2006/main" xmlns:r="http://schemas.openxmlformats.org/officeDocument/2006/relationships" xmlns:p="http://schemas.openxmlformats.org/presentationml/2006/main">
  <p:tag name="PLUS_ID" val="header_1"/>
</p:tagLst>
</file>

<file path=ppt/tags/tag160.xml><?xml version="1.0" encoding="utf-8"?>
<p:tagLst xmlns:a="http://schemas.openxmlformats.org/drawingml/2006/main" xmlns:r="http://schemas.openxmlformats.org/officeDocument/2006/relationships" xmlns:p="http://schemas.openxmlformats.org/presentationml/2006/main">
  <p:tag name="PLUS_ID" val="header_2"/>
</p:tagLst>
</file>

<file path=ppt/tags/tag161.xml><?xml version="1.0" encoding="utf-8"?>
<p:tagLst xmlns:a="http://schemas.openxmlformats.org/drawingml/2006/main" xmlns:r="http://schemas.openxmlformats.org/officeDocument/2006/relationships" xmlns:p="http://schemas.openxmlformats.org/presentationml/2006/main">
  <p:tag name="PLUS_ID" val="logo"/>
</p:tagLst>
</file>

<file path=ppt/tags/tag162.xml><?xml version="1.0" encoding="utf-8"?>
<p:tagLst xmlns:a="http://schemas.openxmlformats.org/drawingml/2006/main" xmlns:r="http://schemas.openxmlformats.org/officeDocument/2006/relationships" xmlns:p="http://schemas.openxmlformats.org/presentationml/2006/main">
  <p:tag name="PLUS_ID" val="tip_wrapper"/>
</p:tagLst>
</file>

<file path=ppt/tags/tag163.xml><?xml version="1.0" encoding="utf-8"?>
<p:tagLst xmlns:a="http://schemas.openxmlformats.org/drawingml/2006/main" xmlns:r="http://schemas.openxmlformats.org/officeDocument/2006/relationships" xmlns:p="http://schemas.openxmlformats.org/presentationml/2006/main">
  <p:tag name="PLUS_ID" val="plus_tip"/>
</p:tagLst>
</file>

<file path=ppt/tags/tag164.xml><?xml version="1.0" encoding="utf-8"?>
<p:tagLst xmlns:a="http://schemas.openxmlformats.org/drawingml/2006/main" xmlns:r="http://schemas.openxmlformats.org/officeDocument/2006/relationships" xmlns:p="http://schemas.openxmlformats.org/presentationml/2006/main">
  <p:tag name="PLUS_ID" val="chapter"/>
</p:tagLst>
</file>

<file path=ppt/tags/tag165.xml><?xml version="1.0" encoding="utf-8"?>
<p:tagLst xmlns:a="http://schemas.openxmlformats.org/drawingml/2006/main" xmlns:r="http://schemas.openxmlformats.org/officeDocument/2006/relationships" xmlns:p="http://schemas.openxmlformats.org/presentationml/2006/main">
  <p:tag name="PLUS_ID" val="title"/>
</p:tagLst>
</file>

<file path=ppt/tags/tag166.xml><?xml version="1.0" encoding="utf-8"?>
<p:tagLst xmlns:a="http://schemas.openxmlformats.org/drawingml/2006/main" xmlns:r="http://schemas.openxmlformats.org/officeDocument/2006/relationships" xmlns:p="http://schemas.openxmlformats.org/presentationml/2006/main">
  <p:tag name="PLUS_ID" val="detail_0"/>
</p:tagLst>
</file>

<file path=ppt/tags/tag167.xml><?xml version="1.0" encoding="utf-8"?>
<p:tagLst xmlns:a="http://schemas.openxmlformats.org/drawingml/2006/main" xmlns:r="http://schemas.openxmlformats.org/officeDocument/2006/relationships" xmlns:p="http://schemas.openxmlformats.org/presentationml/2006/main">
  <p:tag name="PLUS_ID" val="detail_1"/>
</p:tagLst>
</file>

<file path=ppt/tags/tag168.xml><?xml version="1.0" encoding="utf-8"?>
<p:tagLst xmlns:a="http://schemas.openxmlformats.org/drawingml/2006/main" xmlns:r="http://schemas.openxmlformats.org/officeDocument/2006/relationships" xmlns:p="http://schemas.openxmlformats.org/presentationml/2006/main">
  <p:tag name="PLUS_ID" val="header_0"/>
</p:tagLst>
</file>

<file path=ppt/tags/tag169.xml><?xml version="1.0" encoding="utf-8"?>
<p:tagLst xmlns:a="http://schemas.openxmlformats.org/drawingml/2006/main" xmlns:r="http://schemas.openxmlformats.org/officeDocument/2006/relationships" xmlns:p="http://schemas.openxmlformats.org/presentationml/2006/main">
  <p:tag name="PLUS_ID" val="header_1"/>
</p:tagLst>
</file>

<file path=ppt/tags/tag170.xml><?xml version="1.0" encoding="utf-8"?>
<p:tagLst xmlns:a="http://schemas.openxmlformats.org/drawingml/2006/main" xmlns:r="http://schemas.openxmlformats.org/officeDocument/2006/relationships" xmlns:p="http://schemas.openxmlformats.org/presentationml/2006/main">
  <p:tag name="PLUS_ID" val="image_0"/>
</p:tagLst>
</file>

<file path=ppt/tags/tag171.xml><?xml version="1.0" encoding="utf-8"?>
<p:tagLst xmlns:a="http://schemas.openxmlformats.org/drawingml/2006/main" xmlns:r="http://schemas.openxmlformats.org/officeDocument/2006/relationships" xmlns:p="http://schemas.openxmlformats.org/presentationml/2006/main">
  <p:tag name="PLUS_ID" val="image_1"/>
</p:tagLst>
</file>

<file path=ppt/tags/tag172.xml><?xml version="1.0" encoding="utf-8"?>
<p:tagLst xmlns:a="http://schemas.openxmlformats.org/drawingml/2006/main" xmlns:r="http://schemas.openxmlformats.org/officeDocument/2006/relationships" xmlns:p="http://schemas.openxmlformats.org/presentationml/2006/main">
  <p:tag name="PLUS_ID" val="logo"/>
</p:tagLst>
</file>

<file path=ppt/tags/tag173.xml><?xml version="1.0" encoding="utf-8"?>
<p:tagLst xmlns:a="http://schemas.openxmlformats.org/drawingml/2006/main" xmlns:r="http://schemas.openxmlformats.org/officeDocument/2006/relationships" xmlns:p="http://schemas.openxmlformats.org/presentationml/2006/main">
  <p:tag name="PLUS_ID" val="tip_wrapper"/>
</p:tagLst>
</file>

<file path=ppt/tags/tag174.xml><?xml version="1.0" encoding="utf-8"?>
<p:tagLst xmlns:a="http://schemas.openxmlformats.org/drawingml/2006/main" xmlns:r="http://schemas.openxmlformats.org/officeDocument/2006/relationships" xmlns:p="http://schemas.openxmlformats.org/presentationml/2006/main">
  <p:tag name="PLUS_ID" val="plus_tip"/>
</p:tagLst>
</file>

<file path=ppt/tags/tag175.xml><?xml version="1.0" encoding="utf-8"?>
<p:tagLst xmlns:a="http://schemas.openxmlformats.org/drawingml/2006/main" xmlns:r="http://schemas.openxmlformats.org/officeDocument/2006/relationships" xmlns:p="http://schemas.openxmlformats.org/presentationml/2006/main">
  <p:tag name="PLUS_ID" val="chapter"/>
</p:tagLst>
</file>

<file path=ppt/tags/tag176.xml><?xml version="1.0" encoding="utf-8"?>
<p:tagLst xmlns:a="http://schemas.openxmlformats.org/drawingml/2006/main" xmlns:r="http://schemas.openxmlformats.org/officeDocument/2006/relationships" xmlns:p="http://schemas.openxmlformats.org/presentationml/2006/main">
  <p:tag name="PLUS_ID" val="title"/>
</p:tagLst>
</file>

<file path=ppt/tags/tag177.xml><?xml version="1.0" encoding="utf-8"?>
<p:tagLst xmlns:a="http://schemas.openxmlformats.org/drawingml/2006/main" xmlns:r="http://schemas.openxmlformats.org/officeDocument/2006/relationships" xmlns:p="http://schemas.openxmlformats.org/presentationml/2006/main">
  <p:tag name="PLUS_ID" val="detail_0"/>
</p:tagLst>
</file>

<file path=ppt/tags/tag178.xml><?xml version="1.0" encoding="utf-8"?>
<p:tagLst xmlns:a="http://schemas.openxmlformats.org/drawingml/2006/main" xmlns:r="http://schemas.openxmlformats.org/officeDocument/2006/relationships" xmlns:p="http://schemas.openxmlformats.org/presentationml/2006/main">
  <p:tag name="PLUS_ID" val="detail_1"/>
</p:tagLst>
</file>

<file path=ppt/tags/tag179.xml><?xml version="1.0" encoding="utf-8"?>
<p:tagLst xmlns:a="http://schemas.openxmlformats.org/drawingml/2006/main" xmlns:r="http://schemas.openxmlformats.org/officeDocument/2006/relationships" xmlns:p="http://schemas.openxmlformats.org/presentationml/2006/main">
  <p:tag name="PLUS_ID" val="detail_2"/>
</p:tagLst>
</file>

<file path=ppt/tags/tag180.xml><?xml version="1.0" encoding="utf-8"?>
<p:tagLst xmlns:a="http://schemas.openxmlformats.org/drawingml/2006/main" xmlns:r="http://schemas.openxmlformats.org/officeDocument/2006/relationships" xmlns:p="http://schemas.openxmlformats.org/presentationml/2006/main">
  <p:tag name="PLUS_ID" val="header_0"/>
</p:tagLst>
</file>

<file path=ppt/tags/tag181.xml><?xml version="1.0" encoding="utf-8"?>
<p:tagLst xmlns:a="http://schemas.openxmlformats.org/drawingml/2006/main" xmlns:r="http://schemas.openxmlformats.org/officeDocument/2006/relationships" xmlns:p="http://schemas.openxmlformats.org/presentationml/2006/main">
  <p:tag name="PLUS_ID" val="header_1"/>
</p:tagLst>
</file>

<file path=ppt/tags/tag182.xml><?xml version="1.0" encoding="utf-8"?>
<p:tagLst xmlns:a="http://schemas.openxmlformats.org/drawingml/2006/main" xmlns:r="http://schemas.openxmlformats.org/officeDocument/2006/relationships" xmlns:p="http://schemas.openxmlformats.org/presentationml/2006/main">
  <p:tag name="PLUS_ID" val="header_2"/>
</p:tagLst>
</file>

<file path=ppt/tags/tag183.xml><?xml version="1.0" encoding="utf-8"?>
<p:tagLst xmlns:a="http://schemas.openxmlformats.org/drawingml/2006/main" xmlns:r="http://schemas.openxmlformats.org/officeDocument/2006/relationships" xmlns:p="http://schemas.openxmlformats.org/presentationml/2006/main">
  <p:tag name="PLUS_ID" val="logo"/>
</p:tagLst>
</file>

<file path=ppt/tags/tag184.xml><?xml version="1.0" encoding="utf-8"?>
<p:tagLst xmlns:a="http://schemas.openxmlformats.org/drawingml/2006/main" xmlns:r="http://schemas.openxmlformats.org/officeDocument/2006/relationships" xmlns:p="http://schemas.openxmlformats.org/presentationml/2006/main">
  <p:tag name="PLUS_ID" val="tip_wrapper"/>
</p:tagLst>
</file>

<file path=ppt/tags/tag185.xml><?xml version="1.0" encoding="utf-8"?>
<p:tagLst xmlns:a="http://schemas.openxmlformats.org/drawingml/2006/main" xmlns:r="http://schemas.openxmlformats.org/officeDocument/2006/relationships" xmlns:p="http://schemas.openxmlformats.org/presentationml/2006/main">
  <p:tag name="PLUS_ID" val="plus_tip"/>
</p:tagLst>
</file>

<file path=ppt/tags/tag186.xml><?xml version="1.0" encoding="utf-8"?>
<p:tagLst xmlns:a="http://schemas.openxmlformats.org/drawingml/2006/main" xmlns:r="http://schemas.openxmlformats.org/officeDocument/2006/relationships" xmlns:p="http://schemas.openxmlformats.org/presentationml/2006/main">
  <p:tag name="PLUS_ID" val="detail_3"/>
</p:tagLst>
</file>

<file path=ppt/tags/tag187.xml><?xml version="1.0" encoding="utf-8"?>
<p:tagLst xmlns:a="http://schemas.openxmlformats.org/drawingml/2006/main" xmlns:r="http://schemas.openxmlformats.org/officeDocument/2006/relationships" xmlns:p="http://schemas.openxmlformats.org/presentationml/2006/main">
  <p:tag name="PLUS_ID" val="header_3"/>
</p:tagLst>
</file>

<file path=ppt/tags/tag188.xml><?xml version="1.0" encoding="utf-8"?>
<p:tagLst xmlns:a="http://schemas.openxmlformats.org/drawingml/2006/main" xmlns:r="http://schemas.openxmlformats.org/officeDocument/2006/relationships" xmlns:p="http://schemas.openxmlformats.org/presentationml/2006/main">
  <p:tag name="PLUS_ID" val="chapter"/>
</p:tagLst>
</file>

<file path=ppt/tags/tag189.xml><?xml version="1.0" encoding="utf-8"?>
<p:tagLst xmlns:a="http://schemas.openxmlformats.org/drawingml/2006/main" xmlns:r="http://schemas.openxmlformats.org/officeDocument/2006/relationships" xmlns:p="http://schemas.openxmlformats.org/presentationml/2006/main">
  <p:tag name="PLUS_ID" val="title"/>
</p:tagLst>
</file>

<file path=ppt/tags/tag190.xml><?xml version="1.0" encoding="utf-8"?>
<p:tagLst xmlns:a="http://schemas.openxmlformats.org/drawingml/2006/main" xmlns:r="http://schemas.openxmlformats.org/officeDocument/2006/relationships" xmlns:p="http://schemas.openxmlformats.org/presentationml/2006/main">
  <p:tag name="PLUS_ID" val="detail_0"/>
</p:tagLst>
</file>

<file path=ppt/tags/tag191.xml><?xml version="1.0" encoding="utf-8"?>
<p:tagLst xmlns:a="http://schemas.openxmlformats.org/drawingml/2006/main" xmlns:r="http://schemas.openxmlformats.org/officeDocument/2006/relationships" xmlns:p="http://schemas.openxmlformats.org/presentationml/2006/main">
  <p:tag name="PLUS_ID" val="detail_1"/>
</p:tagLst>
</file>

<file path=ppt/tags/tag192.xml><?xml version="1.0" encoding="utf-8"?>
<p:tagLst xmlns:a="http://schemas.openxmlformats.org/drawingml/2006/main" xmlns:r="http://schemas.openxmlformats.org/officeDocument/2006/relationships" xmlns:p="http://schemas.openxmlformats.org/presentationml/2006/main">
  <p:tag name="PLUS_ID" val="detail_2"/>
</p:tagLst>
</file>

<file path=ppt/tags/tag193.xml><?xml version="1.0" encoding="utf-8"?>
<p:tagLst xmlns:a="http://schemas.openxmlformats.org/drawingml/2006/main" xmlns:r="http://schemas.openxmlformats.org/officeDocument/2006/relationships" xmlns:p="http://schemas.openxmlformats.org/presentationml/2006/main">
  <p:tag name="PLUS_ID" val="header_0"/>
</p:tagLst>
</file>

<file path=ppt/tags/tag194.xml><?xml version="1.0" encoding="utf-8"?>
<p:tagLst xmlns:a="http://schemas.openxmlformats.org/drawingml/2006/main" xmlns:r="http://schemas.openxmlformats.org/officeDocument/2006/relationships" xmlns:p="http://schemas.openxmlformats.org/presentationml/2006/main">
  <p:tag name="PLUS_ID" val="header_1"/>
</p:tagLst>
</file>

<file path=ppt/tags/tag195.xml><?xml version="1.0" encoding="utf-8"?>
<p:tagLst xmlns:a="http://schemas.openxmlformats.org/drawingml/2006/main" xmlns:r="http://schemas.openxmlformats.org/officeDocument/2006/relationships" xmlns:p="http://schemas.openxmlformats.org/presentationml/2006/main">
  <p:tag name="PLUS_ID" val="header_2"/>
</p:tagLst>
</file>

<file path=ppt/tags/tag196.xml><?xml version="1.0" encoding="utf-8"?>
<p:tagLst xmlns:a="http://schemas.openxmlformats.org/drawingml/2006/main" xmlns:r="http://schemas.openxmlformats.org/officeDocument/2006/relationships" xmlns:p="http://schemas.openxmlformats.org/presentationml/2006/main">
  <p:tag name="PLUS_ID" val="icon_0"/>
</p:tagLst>
</file>

<file path=ppt/tags/tag197.xml><?xml version="1.0" encoding="utf-8"?>
<p:tagLst xmlns:a="http://schemas.openxmlformats.org/drawingml/2006/main" xmlns:r="http://schemas.openxmlformats.org/officeDocument/2006/relationships" xmlns:p="http://schemas.openxmlformats.org/presentationml/2006/main">
  <p:tag name="PLUS_ID" val="icon_1"/>
</p:tagLst>
</file>

<file path=ppt/tags/tag198.xml><?xml version="1.0" encoding="utf-8"?>
<p:tagLst xmlns:a="http://schemas.openxmlformats.org/drawingml/2006/main" xmlns:r="http://schemas.openxmlformats.org/officeDocument/2006/relationships" xmlns:p="http://schemas.openxmlformats.org/presentationml/2006/main">
  <p:tag name="PLUS_ID" val="icon_2"/>
</p:tagLst>
</file>

<file path=ppt/tags/tag199.xml><?xml version="1.0" encoding="utf-8"?>
<p:tagLst xmlns:a="http://schemas.openxmlformats.org/drawingml/2006/main" xmlns:r="http://schemas.openxmlformats.org/officeDocument/2006/relationships" xmlns:p="http://schemas.openxmlformats.org/presentationml/2006/main">
  <p:tag name="PLUS_ID" val="logo"/>
</p:tagLst>
</file>

<file path=ppt/tags/tag200.xml><?xml version="1.0" encoding="utf-8"?>
<p:tagLst xmlns:a="http://schemas.openxmlformats.org/drawingml/2006/main" xmlns:r="http://schemas.openxmlformats.org/officeDocument/2006/relationships" xmlns:p="http://schemas.openxmlformats.org/presentationml/2006/main">
  <p:tag name="PLUS_ID" val="tip_wrapper"/>
</p:tagLst>
</file>

<file path=ppt/tags/tag201.xml><?xml version="1.0" encoding="utf-8"?>
<p:tagLst xmlns:a="http://schemas.openxmlformats.org/drawingml/2006/main" xmlns:r="http://schemas.openxmlformats.org/officeDocument/2006/relationships" xmlns:p="http://schemas.openxmlformats.org/presentationml/2006/main">
  <p:tag name="PLUS_ID" val="plus_tip"/>
</p:tagLst>
</file>

<file path=ppt/tags/tag202.xml><?xml version="1.0" encoding="utf-8"?>
<p:tagLst xmlns:a="http://schemas.openxmlformats.org/drawingml/2006/main" xmlns:r="http://schemas.openxmlformats.org/officeDocument/2006/relationships" xmlns:p="http://schemas.openxmlformats.org/presentationml/2006/main">
  <p:tag name="PLUS_ID" val="image"/>
</p:tagLst>
</file>

<file path=ppt/tags/tag203.xml><?xml version="1.0" encoding="utf-8"?>
<p:tagLst xmlns:a="http://schemas.openxmlformats.org/drawingml/2006/main" xmlns:r="http://schemas.openxmlformats.org/officeDocument/2006/relationships" xmlns:p="http://schemas.openxmlformats.org/presentationml/2006/main">
  <p:tag name="PLUS_ID" val="statement"/>
</p:tagLst>
</file>

<file path=ppt/tags/tag204.xml><?xml version="1.0" encoding="utf-8"?>
<p:tagLst xmlns:a="http://schemas.openxmlformats.org/drawingml/2006/main" xmlns:r="http://schemas.openxmlformats.org/officeDocument/2006/relationships" xmlns:p="http://schemas.openxmlformats.org/presentationml/2006/main">
  <p:tag name="PLUS_ID" val="logo"/>
</p:tagLst>
</file>

<file path=ppt/tags/tag205.xml><?xml version="1.0" encoding="utf-8"?>
<p:tagLst xmlns:a="http://schemas.openxmlformats.org/drawingml/2006/main" xmlns:r="http://schemas.openxmlformats.org/officeDocument/2006/relationships" xmlns:p="http://schemas.openxmlformats.org/presentationml/2006/main">
  <p:tag name="PLUS_ID" val="tip_wrapper"/>
</p:tagLst>
</file>

<file path=ppt/tags/tag206.xml><?xml version="1.0" encoding="utf-8"?>
<p:tagLst xmlns:a="http://schemas.openxmlformats.org/drawingml/2006/main" xmlns:r="http://schemas.openxmlformats.org/officeDocument/2006/relationships" xmlns:p="http://schemas.openxmlformats.org/presentationml/2006/main">
  <p:tag name="PLUS_ID" val="plus_tip"/>
</p:tagLst>
</file>

<file path=ppt/tags/tag207.xml><?xml version="1.0" encoding="utf-8"?>
<p:tagLst xmlns:a="http://schemas.openxmlformats.org/drawingml/2006/main" xmlns:r="http://schemas.openxmlformats.org/officeDocument/2006/relationships" xmlns:p="http://schemas.openxmlformats.org/presentationml/2006/main">
  <p:tag name="PLUS_ID" val="chapter"/>
</p:tagLst>
</file>

<file path=ppt/theme/theme1.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9.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1.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3.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4.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5.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6.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7.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8.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9.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20DDC08-54A3-4E49-8936-896E496740BF}">
  <we:reference id="wa200007130" version="1.0.0.1" store="en-US"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TotalTime>
  <Words>2594</Words>
  <Application>Microsoft Office PowerPoint</Application>
  <PresentationFormat>Widescreen</PresentationFormat>
  <Paragraphs>148</Paragraphs>
  <Slides>19</Slides>
  <Notes>4</Notes>
  <HiddenSlides>0</HiddenSlides>
  <MMClips>0</MMClips>
  <ScaleCrop>false</ScaleCrop>
  <HeadingPairs>
    <vt:vector size="8" baseType="variant">
      <vt:variant>
        <vt:lpstr>Fonts Used</vt:lpstr>
      </vt:variant>
      <vt:variant>
        <vt:i4>5</vt:i4>
      </vt:variant>
      <vt:variant>
        <vt:lpstr>Theme</vt:lpstr>
      </vt:variant>
      <vt:variant>
        <vt:i4>19</vt:i4>
      </vt:variant>
      <vt:variant>
        <vt:lpstr>Embedded OLE Servers</vt:lpstr>
      </vt:variant>
      <vt:variant>
        <vt:i4>1</vt:i4>
      </vt:variant>
      <vt:variant>
        <vt:lpstr>Slide Titles</vt:lpstr>
      </vt:variant>
      <vt:variant>
        <vt:i4>19</vt:i4>
      </vt:variant>
    </vt:vector>
  </HeadingPairs>
  <TitlesOfParts>
    <vt:vector size="44" baseType="lpstr">
      <vt:lpstr>Aptos</vt:lpstr>
      <vt:lpstr>Aptos Display</vt:lpstr>
      <vt:lpstr>Arial</vt:lpstr>
      <vt:lpstr>Franklin Gothic Book</vt:lpstr>
      <vt:lpstr>Franklin Gothic Medium</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think-cell Slide</vt:lpstr>
      <vt:lpstr>Job Trend Analysis: Insights &amp; Impacts</vt:lpstr>
      <vt:lpstr>Agenda</vt:lpstr>
      <vt:lpstr>Executive Summary: Job Trend Analysis</vt:lpstr>
      <vt:lpstr>Why Job Trend Analysis Matters</vt:lpstr>
      <vt:lpstr>Project Goals and Stakeholders</vt:lpstr>
      <vt:lpstr>Data Sources and Methodology</vt:lpstr>
      <vt:lpstr>Snapshot of the Dataset</vt:lpstr>
      <vt:lpstr>Key Findings: Growing Job Roles</vt:lpstr>
      <vt:lpstr>Emerging Opportunities Across Sectors</vt:lpstr>
      <vt:lpstr>In-Demand Skills: What Employers Seek</vt:lpstr>
      <vt:lpstr>Skill Frequency in Job Postings</vt:lpstr>
      <vt:lpstr>The Role of Soft Skills</vt:lpstr>
      <vt:lpstr>Salary Trends by Job Role</vt:lpstr>
      <vt:lpstr>Salary Distribution and Career Progression</vt:lpstr>
      <vt:lpstr>Clustering Insights: Machine Learning Analysis</vt:lpstr>
      <vt:lpstr>Visualization of Job Role Clusters</vt:lpstr>
      <vt:lpstr>Conclusions: Key Takeaways</vt:lpstr>
      <vt:lpstr>Preparing for the Future Workforce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Shivaraj Senthil Rajan</dc:creator>
  <cp:lastModifiedBy>Shivaraj Senthil Rajan</cp:lastModifiedBy>
  <cp:revision>1</cp:revision>
  <dcterms:created xsi:type="dcterms:W3CDTF">2025-04-26T02:22:12Z</dcterms:created>
  <dcterms:modified xsi:type="dcterms:W3CDTF">2025-04-26T02:30:15Z</dcterms:modified>
</cp:coreProperties>
</file>